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1999" cy="6858000" type="screen4x3"/>
  <p:notesSz cx="6858000" cy="9144000"/>
  <p:defaultTextStyle>
    <a:defPPr>
      <a:defRPr lang="it-IT"/>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467271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392838226"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167032899"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116247518"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04429637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2049540358"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621351" name="Slide Image Placeholder 1"/>
          <p:cNvSpPr>
            <a:spLocks noChangeAspect="1" noGrp="1" noRot="1"/>
          </p:cNvSpPr>
          <p:nvPr>
            <p:ph type="sldImg"/>
          </p:nvPr>
        </p:nvSpPr>
        <p:spPr bwMode="auto"/>
      </p:sp>
      <p:sp>
        <p:nvSpPr>
          <p:cNvPr id="1997591981" name="Notes Placeholder 2"/>
          <p:cNvSpPr>
            <a:spLocks noGrp="1"/>
          </p:cNvSpPr>
          <p:nvPr>
            <p:ph type="body" idx="1"/>
          </p:nvPr>
        </p:nvSpPr>
        <p:spPr bwMode="auto"/>
        <p:txBody>
          <a:bodyPr/>
          <a:lstStyle/>
          <a:p>
            <a:pPr>
              <a:defRPr/>
            </a:pPr>
            <a:endParaRPr/>
          </a:p>
        </p:txBody>
      </p:sp>
      <p:sp>
        <p:nvSpPr>
          <p:cNvPr id="639350487" name="Slide Number Placeholder 3"/>
          <p:cNvSpPr>
            <a:spLocks noGrp="1"/>
          </p:cNvSpPr>
          <p:nvPr>
            <p:ph type="sldNum" sz="quarter" idx="10"/>
          </p:nvPr>
        </p:nvSpPr>
        <p:spPr bwMode="auto"/>
        <p:txBody>
          <a:bodyPr/>
          <a:lstStyle/>
          <a:p>
            <a:pPr>
              <a:defRPr/>
            </a:pPr>
            <a:fld id="{0B3653EE-B1F5-7F36-421C-25E0022877FF}"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4345218" name="Slide Image Placeholder 1"/>
          <p:cNvSpPr>
            <a:spLocks noChangeAspect="1" noGrp="1" noRot="1"/>
          </p:cNvSpPr>
          <p:nvPr>
            <p:ph type="sldImg"/>
          </p:nvPr>
        </p:nvSpPr>
        <p:spPr bwMode="auto"/>
      </p:sp>
      <p:sp>
        <p:nvSpPr>
          <p:cNvPr id="1870493318" name="Notes Placeholder 2"/>
          <p:cNvSpPr>
            <a:spLocks noGrp="1"/>
          </p:cNvSpPr>
          <p:nvPr>
            <p:ph type="body" idx="1"/>
          </p:nvPr>
        </p:nvSpPr>
        <p:spPr bwMode="auto"/>
        <p:txBody>
          <a:bodyPr/>
          <a:lstStyle/>
          <a:p>
            <a:pPr>
              <a:defRPr/>
            </a:pPr>
            <a:endParaRPr/>
          </a:p>
        </p:txBody>
      </p:sp>
      <p:sp>
        <p:nvSpPr>
          <p:cNvPr id="1882502003" name="Slide Number Placeholder 3"/>
          <p:cNvSpPr>
            <a:spLocks noGrp="1"/>
          </p:cNvSpPr>
          <p:nvPr>
            <p:ph type="sldNum" sz="quarter" idx="10"/>
          </p:nvPr>
        </p:nvSpPr>
        <p:spPr bwMode="auto"/>
        <p:txBody>
          <a:bodyPr/>
          <a:lstStyle/>
          <a:p>
            <a:pPr>
              <a:defRPr/>
            </a:pPr>
            <a:fld id="{6FFF6450-D5E1-60AB-762C-CFACB8B05E4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3843527" name="Slide Image Placeholder 1"/>
          <p:cNvSpPr>
            <a:spLocks noChangeAspect="1" noGrp="1" noRot="1"/>
          </p:cNvSpPr>
          <p:nvPr>
            <p:ph type="sldImg"/>
          </p:nvPr>
        </p:nvSpPr>
        <p:spPr bwMode="auto"/>
      </p:sp>
      <p:sp>
        <p:nvSpPr>
          <p:cNvPr id="1813774498" name="Notes Placeholder 2"/>
          <p:cNvSpPr>
            <a:spLocks noGrp="1"/>
          </p:cNvSpPr>
          <p:nvPr>
            <p:ph type="body" idx="1"/>
          </p:nvPr>
        </p:nvSpPr>
        <p:spPr bwMode="auto"/>
        <p:txBody>
          <a:bodyPr/>
          <a:lstStyle/>
          <a:p>
            <a:pPr>
              <a:defRPr/>
            </a:pPr>
            <a:endParaRPr/>
          </a:p>
        </p:txBody>
      </p:sp>
      <p:sp>
        <p:nvSpPr>
          <p:cNvPr id="1187939750" name="Slide Number Placeholder 3"/>
          <p:cNvSpPr>
            <a:spLocks noGrp="1"/>
          </p:cNvSpPr>
          <p:nvPr>
            <p:ph type="sldNum" sz="quarter" idx="10"/>
          </p:nvPr>
        </p:nvSpPr>
        <p:spPr bwMode="auto"/>
        <p:txBody>
          <a:bodyPr/>
          <a:lstStyle/>
          <a:p>
            <a:pPr>
              <a:defRPr/>
            </a:pPr>
            <a:fld id="{F1C506DF-DAEB-4D62-D9C1-684F1A04316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109979" name="Slide Image Placeholder 1"/>
          <p:cNvSpPr>
            <a:spLocks noChangeAspect="1" noGrp="1" noRot="1"/>
          </p:cNvSpPr>
          <p:nvPr>
            <p:ph type="sldImg"/>
          </p:nvPr>
        </p:nvSpPr>
        <p:spPr bwMode="auto"/>
      </p:sp>
      <p:sp>
        <p:nvSpPr>
          <p:cNvPr id="317019641" name="Notes Placeholder 2"/>
          <p:cNvSpPr>
            <a:spLocks noGrp="1"/>
          </p:cNvSpPr>
          <p:nvPr>
            <p:ph type="body" idx="1"/>
          </p:nvPr>
        </p:nvSpPr>
        <p:spPr bwMode="auto"/>
        <p:txBody>
          <a:bodyPr/>
          <a:lstStyle/>
          <a:p>
            <a:pPr>
              <a:defRPr/>
            </a:pPr>
            <a:endParaRPr/>
          </a:p>
        </p:txBody>
      </p:sp>
      <p:sp>
        <p:nvSpPr>
          <p:cNvPr id="714180405" name="Slide Number Placeholder 3"/>
          <p:cNvSpPr>
            <a:spLocks noGrp="1"/>
          </p:cNvSpPr>
          <p:nvPr>
            <p:ph type="sldNum" sz="quarter" idx="10"/>
          </p:nvPr>
        </p:nvSpPr>
        <p:spPr bwMode="auto"/>
        <p:txBody>
          <a:bodyPr/>
          <a:lstStyle/>
          <a:p>
            <a:pPr>
              <a:defRPr/>
            </a:pPr>
            <a:fld id="{8FDB7E28-7692-1814-2C12-38F9445E714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8576705" name="Slide Image Placeholder 1"/>
          <p:cNvSpPr>
            <a:spLocks noChangeAspect="1" noGrp="1" noRot="1"/>
          </p:cNvSpPr>
          <p:nvPr>
            <p:ph type="sldImg"/>
          </p:nvPr>
        </p:nvSpPr>
        <p:spPr bwMode="auto"/>
      </p:sp>
      <p:sp>
        <p:nvSpPr>
          <p:cNvPr id="1820528646" name="Notes Placeholder 2"/>
          <p:cNvSpPr>
            <a:spLocks noGrp="1"/>
          </p:cNvSpPr>
          <p:nvPr>
            <p:ph type="body" idx="1"/>
          </p:nvPr>
        </p:nvSpPr>
        <p:spPr bwMode="auto"/>
        <p:txBody>
          <a:bodyPr/>
          <a:lstStyle/>
          <a:p>
            <a:pPr>
              <a:defRPr/>
            </a:pPr>
            <a:endParaRPr/>
          </a:p>
        </p:txBody>
      </p:sp>
      <p:sp>
        <p:nvSpPr>
          <p:cNvPr id="1392486499" name="Slide Number Placeholder 3"/>
          <p:cNvSpPr>
            <a:spLocks noGrp="1"/>
          </p:cNvSpPr>
          <p:nvPr>
            <p:ph type="sldNum" sz="quarter" idx="10"/>
          </p:nvPr>
        </p:nvSpPr>
        <p:spPr bwMode="auto"/>
        <p:txBody>
          <a:bodyPr/>
          <a:lstStyle/>
          <a:p>
            <a:pPr>
              <a:defRPr/>
            </a:pPr>
            <a:fld id="{D40B45A0-E78F-9ED7-6523-FB44357A909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2726312" name="Slide Image Placeholder 1"/>
          <p:cNvSpPr>
            <a:spLocks noChangeAspect="1" noGrp="1" noRot="1"/>
          </p:cNvSpPr>
          <p:nvPr>
            <p:ph type="sldImg"/>
          </p:nvPr>
        </p:nvSpPr>
        <p:spPr bwMode="auto"/>
      </p:sp>
      <p:sp>
        <p:nvSpPr>
          <p:cNvPr id="836865890" name="Notes Placeholder 2"/>
          <p:cNvSpPr>
            <a:spLocks noGrp="1"/>
          </p:cNvSpPr>
          <p:nvPr>
            <p:ph type="body" idx="1"/>
          </p:nvPr>
        </p:nvSpPr>
        <p:spPr bwMode="auto"/>
        <p:txBody>
          <a:bodyPr/>
          <a:lstStyle/>
          <a:p>
            <a:pPr>
              <a:defRPr/>
            </a:pPr>
            <a:endParaRPr/>
          </a:p>
        </p:txBody>
      </p:sp>
      <p:sp>
        <p:nvSpPr>
          <p:cNvPr id="1876973496" name="Slide Number Placeholder 3"/>
          <p:cNvSpPr>
            <a:spLocks noGrp="1"/>
          </p:cNvSpPr>
          <p:nvPr>
            <p:ph type="sldNum" sz="quarter" idx="10"/>
          </p:nvPr>
        </p:nvSpPr>
        <p:spPr bwMode="auto"/>
        <p:txBody>
          <a:bodyPr/>
          <a:lstStyle/>
          <a:p>
            <a:pPr>
              <a:defRPr/>
            </a:pPr>
            <a:fld id="{C7643504-96C1-E764-6365-FF3B02E9E8C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633008" name="Slide Image Placeholder 1"/>
          <p:cNvSpPr>
            <a:spLocks noChangeAspect="1" noGrp="1" noRot="1"/>
          </p:cNvSpPr>
          <p:nvPr>
            <p:ph type="sldImg"/>
          </p:nvPr>
        </p:nvSpPr>
        <p:spPr bwMode="auto"/>
      </p:sp>
      <p:sp>
        <p:nvSpPr>
          <p:cNvPr id="1522915265" name="Notes Placeholder 2"/>
          <p:cNvSpPr>
            <a:spLocks noGrp="1"/>
          </p:cNvSpPr>
          <p:nvPr>
            <p:ph type="body" idx="1"/>
          </p:nvPr>
        </p:nvSpPr>
        <p:spPr bwMode="auto"/>
        <p:txBody>
          <a:bodyPr/>
          <a:lstStyle/>
          <a:p>
            <a:pPr>
              <a:defRPr/>
            </a:pPr>
            <a:endParaRPr/>
          </a:p>
        </p:txBody>
      </p:sp>
      <p:sp>
        <p:nvSpPr>
          <p:cNvPr id="1298437503" name="Slide Number Placeholder 3"/>
          <p:cNvSpPr>
            <a:spLocks noGrp="1"/>
          </p:cNvSpPr>
          <p:nvPr>
            <p:ph type="sldNum" sz="quarter" idx="10"/>
          </p:nvPr>
        </p:nvSpPr>
        <p:spPr bwMode="auto"/>
        <p:txBody>
          <a:bodyPr/>
          <a:lstStyle/>
          <a:p>
            <a:pPr>
              <a:defRPr/>
            </a:pPr>
            <a:fld id="{17FEAD97-1970-1511-CA12-9414D6441FB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5902440" name="Slide Image Placeholder 1"/>
          <p:cNvSpPr>
            <a:spLocks noChangeAspect="1" noGrp="1" noRot="1"/>
          </p:cNvSpPr>
          <p:nvPr>
            <p:ph type="sldImg"/>
          </p:nvPr>
        </p:nvSpPr>
        <p:spPr bwMode="auto"/>
      </p:sp>
      <p:sp>
        <p:nvSpPr>
          <p:cNvPr id="489402708" name="Notes Placeholder 2"/>
          <p:cNvSpPr>
            <a:spLocks noGrp="1"/>
          </p:cNvSpPr>
          <p:nvPr>
            <p:ph type="body" idx="1"/>
          </p:nvPr>
        </p:nvSpPr>
        <p:spPr bwMode="auto"/>
        <p:txBody>
          <a:bodyPr/>
          <a:lstStyle/>
          <a:p>
            <a:pPr>
              <a:defRPr/>
            </a:pPr>
            <a:endParaRPr/>
          </a:p>
        </p:txBody>
      </p:sp>
      <p:sp>
        <p:nvSpPr>
          <p:cNvPr id="1159525239" name="Slide Number Placeholder 3"/>
          <p:cNvSpPr>
            <a:spLocks noGrp="1"/>
          </p:cNvSpPr>
          <p:nvPr>
            <p:ph type="sldNum" sz="quarter" idx="10"/>
          </p:nvPr>
        </p:nvSpPr>
        <p:spPr bwMode="auto"/>
        <p:txBody>
          <a:bodyPr/>
          <a:lstStyle/>
          <a:p>
            <a:pPr>
              <a:defRPr/>
            </a:pPr>
            <a:fld id="{13909227-DD79-C0F9-AB66-3D845E102E6A}"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369249" name="Slide Image Placeholder 1"/>
          <p:cNvSpPr>
            <a:spLocks noChangeAspect="1" noGrp="1" noRot="1"/>
          </p:cNvSpPr>
          <p:nvPr>
            <p:ph type="sldImg"/>
          </p:nvPr>
        </p:nvSpPr>
        <p:spPr bwMode="auto"/>
      </p:sp>
      <p:sp>
        <p:nvSpPr>
          <p:cNvPr id="513530217" name="Notes Placeholder 2"/>
          <p:cNvSpPr>
            <a:spLocks noGrp="1"/>
          </p:cNvSpPr>
          <p:nvPr>
            <p:ph type="body" idx="1"/>
          </p:nvPr>
        </p:nvSpPr>
        <p:spPr bwMode="auto"/>
        <p:txBody>
          <a:bodyPr/>
          <a:lstStyle/>
          <a:p>
            <a:pPr>
              <a:defRPr/>
            </a:pPr>
            <a:endParaRPr/>
          </a:p>
        </p:txBody>
      </p:sp>
      <p:sp>
        <p:nvSpPr>
          <p:cNvPr id="851684124" name="Slide Number Placeholder 3"/>
          <p:cNvSpPr>
            <a:spLocks noGrp="1"/>
          </p:cNvSpPr>
          <p:nvPr>
            <p:ph type="sldNum" sz="quarter" idx="10"/>
          </p:nvPr>
        </p:nvSpPr>
        <p:spPr bwMode="auto"/>
        <p:txBody>
          <a:bodyPr/>
          <a:lstStyle/>
          <a:p>
            <a:pPr>
              <a:defRPr/>
            </a:pPr>
            <a:fld id="{2EB1EC1E-4370-E4FA-C468-03B583E3D2C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2470870" name="Slide Image Placeholder 1"/>
          <p:cNvSpPr>
            <a:spLocks noChangeAspect="1" noGrp="1" noRot="1"/>
          </p:cNvSpPr>
          <p:nvPr>
            <p:ph type="sldImg"/>
          </p:nvPr>
        </p:nvSpPr>
        <p:spPr bwMode="auto"/>
      </p:sp>
      <p:sp>
        <p:nvSpPr>
          <p:cNvPr id="602458302" name="Notes Placeholder 2"/>
          <p:cNvSpPr>
            <a:spLocks noGrp="1"/>
          </p:cNvSpPr>
          <p:nvPr>
            <p:ph type="body" idx="1"/>
          </p:nvPr>
        </p:nvSpPr>
        <p:spPr bwMode="auto"/>
        <p:txBody>
          <a:bodyPr/>
          <a:lstStyle/>
          <a:p>
            <a:pPr>
              <a:defRPr/>
            </a:pPr>
            <a:endParaRPr/>
          </a:p>
        </p:txBody>
      </p:sp>
      <p:sp>
        <p:nvSpPr>
          <p:cNvPr id="351054354" name="Slide Number Placeholder 3"/>
          <p:cNvSpPr>
            <a:spLocks noGrp="1"/>
          </p:cNvSpPr>
          <p:nvPr>
            <p:ph type="sldNum" sz="quarter" idx="10"/>
          </p:nvPr>
        </p:nvSpPr>
        <p:spPr bwMode="auto"/>
        <p:txBody>
          <a:bodyPr/>
          <a:lstStyle/>
          <a:p>
            <a:pPr>
              <a:defRPr/>
            </a:pPr>
            <a:fld id="{BDD28B71-B101-5539-07AA-DF45F221D70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bg>
      <p:bgPr shadeToTitle="0">
        <a:gradFill>
          <a:gsLst>
            <a:gs pos="0">
              <a:schemeClr val="accent1">
                <a:lumMod val="50000"/>
              </a:schemeClr>
            </a:gs>
            <a:gs pos="32000">
              <a:schemeClr val="accent2">
                <a:lumMod val="50000"/>
              </a:schemeClr>
            </a:gs>
            <a:gs pos="80000">
              <a:schemeClr val="tx2">
                <a:lumMod val="50000"/>
              </a:schemeClr>
            </a:gs>
            <a:gs pos="100000">
              <a:schemeClr val="tx2">
                <a:lumMod val="50000"/>
              </a:schemeClr>
            </a:gs>
          </a:gsLst>
          <a:lin ang="2700000" scaled="1"/>
        </a:gradFill>
      </p:bgPr>
    </p:bg>
    <p:spTree>
      <p:nvGrpSpPr>
        <p:cNvPr id="1" name=""/>
        <p:cNvGrpSpPr/>
        <p:nvPr/>
      </p:nvGrpSpPr>
      <p:grpSpPr bwMode="auto">
        <a:xfrm>
          <a:off x="0" y="0"/>
          <a:ext cx="0" cy="0"/>
          <a:chOff x="0" y="0"/>
          <a:chExt cx="0" cy="0"/>
        </a:xfrm>
      </p:grpSpPr>
      <p:sp>
        <p:nvSpPr>
          <p:cNvPr id="1259691803" name="Shape 1998852806"/>
          <p:cNvSpPr/>
          <p:nvPr/>
        </p:nvSpPr>
        <p:spPr bwMode="auto">
          <a:xfrm rot="0" flipH="0" flipV="0">
            <a:off x="0" y="0"/>
            <a:ext cx="12198093" cy="6858000"/>
          </a:xfrm>
          <a:custGeom>
            <a:avLst/>
            <a:gdLst/>
            <a:ahLst/>
            <a:cxnLst/>
            <a:rect l="0" t="0" r="r" b="b"/>
            <a:pathLst>
              <a:path w="11974958" h="6661194" fill="norm" stroke="1" extrusionOk="0">
                <a:moveTo>
                  <a:pt x="0" y="0"/>
                </a:moveTo>
                <a:cubicBezTo>
                  <a:pt x="0" y="0"/>
                  <a:pt x="11974958" y="0"/>
                  <a:pt x="11974958" y="0"/>
                </a:cubicBezTo>
                <a:cubicBezTo>
                  <a:pt x="11974958" y="0"/>
                  <a:pt x="11974957" y="6468203"/>
                  <a:pt x="11974957" y="6468203"/>
                </a:cubicBezTo>
                <a:cubicBezTo>
                  <a:pt x="11189698" y="6783155"/>
                  <a:pt x="9699108" y="6748947"/>
                  <a:pt x="9038579" y="6092750"/>
                </a:cubicBezTo>
                <a:cubicBezTo>
                  <a:pt x="8056839" y="5118385"/>
                  <a:pt x="8542376" y="4134151"/>
                  <a:pt x="8300730" y="3409738"/>
                </a:cubicBezTo>
                <a:cubicBezTo>
                  <a:pt x="8005759" y="2537759"/>
                  <a:pt x="6937295" y="2580626"/>
                  <a:pt x="5040890" y="2631665"/>
                </a:cubicBezTo>
                <a:cubicBezTo>
                  <a:pt x="2519743" y="2568136"/>
                  <a:pt x="0" y="923943"/>
                  <a:pt x="0" y="0"/>
                </a:cubicBezTo>
                <a:close/>
              </a:path>
            </a:pathLst>
          </a:custGeom>
          <a:gradFill>
            <a:gsLst>
              <a:gs pos="0">
                <a:schemeClr val="accent1">
                  <a:lumMod val="50000"/>
                  <a:alpha val="43999"/>
                </a:schemeClr>
              </a:gs>
              <a:gs pos="19000">
                <a:schemeClr val="accent2">
                  <a:lumMod val="50000"/>
                  <a:alpha val="43999"/>
                </a:schemeClr>
              </a:gs>
              <a:gs pos="53000">
                <a:schemeClr val="accent2">
                  <a:lumMod val="75000"/>
                  <a:alpha val="43999"/>
                </a:schemeClr>
              </a:gs>
              <a:gs pos="74000">
                <a:schemeClr val="accent2">
                  <a:lumMod val="50000"/>
                  <a:alpha val="43999"/>
                </a:schemeClr>
              </a:gs>
              <a:gs pos="96000">
                <a:schemeClr val="bg2">
                  <a:lumMod val="10000"/>
                  <a:alpha val="43999"/>
                </a:schemeClr>
              </a:gs>
            </a:gsLst>
            <a:lin ang="0" scaled="1"/>
          </a:gradFill>
          <a:ln w="12700" cap="flat" cmpd="sng" algn="ctr">
            <a:noFill/>
            <a:prstDash val="solid"/>
            <a:miter lim="800000"/>
          </a:ln>
        </p:spPr>
      </p:sp>
      <p:pic>
        <p:nvPicPr>
          <p:cNvPr id="1045809394" name=""/>
          <p:cNvPicPr>
            <a:picLocks noChangeAspect="1"/>
          </p:cNvPicPr>
          <p:nvPr/>
        </p:nvPicPr>
        <p:blipFill rotWithShape="1">
          <a:blip r:embed="rId2">
            <a:alphaModFix amt="49999"/>
          </a:blip>
          <a:stretch/>
        </p:blipFill>
        <p:spPr bwMode="auto">
          <a:xfrm flipH="0" flipV="0">
            <a:off x="3430948" y="0"/>
            <a:ext cx="8915398" cy="6229350"/>
          </a:xfrm>
          <a:prstGeom prst="rect">
            <a:avLst/>
          </a:prstGeom>
        </p:spPr>
      </p:pic>
      <p:sp>
        <p:nvSpPr>
          <p:cNvPr id="292112479" name=""/>
          <p:cNvSpPr/>
          <p:nvPr/>
        </p:nvSpPr>
        <p:spPr bwMode="auto">
          <a:xfrm flipH="0" flipV="0">
            <a:off x="3668730" y="0"/>
            <a:ext cx="8523266"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66000"/>
                </a:schemeClr>
              </a:gs>
              <a:gs pos="19000">
                <a:schemeClr val="accent2">
                  <a:lumMod val="50000"/>
                  <a:alpha val="66000"/>
                </a:schemeClr>
              </a:gs>
              <a:gs pos="53000">
                <a:schemeClr val="accent2">
                  <a:lumMod val="75000"/>
                  <a:alpha val="66000"/>
                </a:schemeClr>
              </a:gs>
              <a:gs pos="74000">
                <a:schemeClr val="accent2">
                  <a:lumMod val="50000"/>
                  <a:alpha val="66000"/>
                </a:schemeClr>
              </a:gs>
              <a:gs pos="96000">
                <a:schemeClr val="bg2">
                  <a:lumMod val="10000"/>
                  <a:alpha val="66000"/>
                </a:schemeClr>
              </a:gs>
            </a:gsLst>
            <a:lin ang="0" scaled="1"/>
          </a:gradFill>
          <a:ln w="12700" cap="flat" cmpd="sng" algn="ctr">
            <a:noFill/>
            <a:prstDash val="solid"/>
            <a:miter lim="800000"/>
          </a:ln>
        </p:spPr>
      </p:sp>
      <p:sp>
        <p:nvSpPr>
          <p:cNvPr id="1267676387" name="Title 1"/>
          <p:cNvSpPr>
            <a:spLocks noGrp="1"/>
          </p:cNvSpPr>
          <p:nvPr>
            <p:ph type="ctrTitle"/>
          </p:nvPr>
        </p:nvSpPr>
        <p:spPr bwMode="auto">
          <a:xfrm rot="0" flipH="0" flipV="0">
            <a:off x="841247" y="3429000"/>
            <a:ext cx="7315199" cy="1494752"/>
          </a:xfrm>
        </p:spPr>
        <p:txBody>
          <a:bodyPr anchor="b"/>
          <a:lstStyle>
            <a:lvl1pPr algn="l">
              <a:defRPr sz="5000"/>
            </a:lvl1pPr>
            <a:lvl2pPr algn="l">
              <a:defRPr sz="5000"/>
            </a:lvl2pPr>
            <a:lvl3pPr algn="l">
              <a:defRPr sz="5000"/>
            </a:lvl3pPr>
            <a:lvl4pPr algn="l">
              <a:defRPr sz="5000"/>
            </a:lvl4pPr>
            <a:lvl5pPr algn="l">
              <a:defRPr sz="5000"/>
            </a:lvl5pPr>
            <a:lvl6pPr algn="l">
              <a:defRPr sz="5000"/>
            </a:lvl6pPr>
            <a:lvl7pPr algn="l">
              <a:defRPr sz="5000"/>
            </a:lvl7pPr>
            <a:lvl8pPr algn="l">
              <a:defRPr sz="5000"/>
            </a:lvl8pPr>
            <a:lvl9pPr algn="l">
              <a:defRPr sz="5000"/>
            </a:lvl9pPr>
          </a:lstStyle>
          <a:p>
            <a:pPr>
              <a:defRPr/>
            </a:pPr>
            <a:r>
              <a:rPr/>
              <a:t>Click to edit Master title style</a:t>
            </a:r>
            <a:endParaRPr/>
          </a:p>
        </p:txBody>
      </p:sp>
      <p:sp>
        <p:nvSpPr>
          <p:cNvPr id="349361023" name="Subtitle 2"/>
          <p:cNvSpPr>
            <a:spLocks noGrp="1"/>
          </p:cNvSpPr>
          <p:nvPr>
            <p:ph type="subTitle" idx="1"/>
          </p:nvPr>
        </p:nvSpPr>
        <p:spPr bwMode="auto">
          <a:xfrm flipH="0" flipV="0">
            <a:off x="838197" y="4942803"/>
            <a:ext cx="7315199" cy="909428"/>
          </a:xfrm>
        </p:spPr>
        <p:txBody>
          <a:bodyPr/>
          <a:lstStyle>
            <a:lvl1pPr marL="0" indent="0" algn="l">
              <a:buNone/>
              <a:defRPr sz="2000"/>
            </a:lvl1pPr>
            <a:lvl2pPr marL="457200" indent="0" algn="l">
              <a:buNone/>
              <a:defRPr sz="2000"/>
            </a:lvl2pPr>
            <a:lvl3pPr marL="914400" indent="0" algn="l">
              <a:buNone/>
              <a:defRPr sz="2000"/>
            </a:lvl3pPr>
            <a:lvl4pPr marL="1371600" indent="0" algn="l">
              <a:buNone/>
              <a:defRPr sz="2000"/>
            </a:lvl4pPr>
            <a:lvl5pPr marL="1828800" indent="0" algn="l">
              <a:buNone/>
              <a:defRPr sz="2000"/>
            </a:lvl5pPr>
            <a:lvl6pPr marL="2286000" indent="0" algn="l">
              <a:buNone/>
              <a:defRPr sz="2000"/>
            </a:lvl6pPr>
            <a:lvl7pPr marL="2743200" indent="0" algn="l">
              <a:buNone/>
              <a:defRPr sz="2000"/>
            </a:lvl7pPr>
            <a:lvl8pPr marL="3200400" indent="0" algn="l">
              <a:buNone/>
              <a:defRPr sz="2000"/>
            </a:lvl8pPr>
            <a:lvl9pPr marL="3657600" indent="0" algn="l">
              <a:buNone/>
              <a:defRPr sz="2000"/>
            </a:lvl9pPr>
          </a:lstStyle>
          <a:p>
            <a:pPr>
              <a:defRPr/>
            </a:pPr>
            <a:r>
              <a:rPr/>
              <a:t>Click to edit Master subtitle style</a:t>
            </a:r>
            <a:endParaRPr/>
          </a:p>
        </p:txBody>
      </p:sp>
      <p:sp>
        <p:nvSpPr>
          <p:cNvPr id="957339596"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292650134" name="Footer Placeholder 4"/>
          <p:cNvSpPr>
            <a:spLocks noGrp="1"/>
          </p:cNvSpPr>
          <p:nvPr>
            <p:ph type="ftr" sz="quarter" idx="11"/>
          </p:nvPr>
        </p:nvSpPr>
        <p:spPr bwMode="auto"/>
        <p:txBody>
          <a:bodyPr/>
          <a:lstStyle/>
          <a:p>
            <a:pPr>
              <a:defRPr/>
            </a:pPr>
            <a:endParaRPr/>
          </a:p>
        </p:txBody>
      </p:sp>
      <p:sp>
        <p:nvSpPr>
          <p:cNvPr id="2094647522" name="Slide Number Placeholder 5"/>
          <p:cNvSpPr>
            <a:spLocks noGrp="1"/>
          </p:cNvSpPr>
          <p:nvPr>
            <p:ph type="sldNum" sz="quarter" idx="12"/>
          </p:nvPr>
        </p:nvSpPr>
        <p:spPr bwMode="auto"/>
        <p:txBody>
          <a:bodyPr/>
          <a:lstStyle/>
          <a:p>
            <a:pPr>
              <a:defRPr/>
            </a:pPr>
            <a:fld id="{08395586-F03A-48D1-94DF-16B239DF4FB5}" type="slidenum">
              <a:rPr/>
              <a:t>‹#›</a:t>
            </a:fld>
            <a:endParaRPr/>
          </a:p>
        </p:txBody>
      </p:sp>
      <p:sp>
        <p:nvSpPr>
          <p:cNvPr id="292012450" name=""/>
          <p:cNvSpPr/>
          <p:nvPr/>
        </p:nvSpPr>
        <p:spPr bwMode="auto">
          <a:xfrm rot="0" flipH="0" flipV="0">
            <a:off x="7370477" y="3545847"/>
            <a:ext cx="630526" cy="63052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6103835" name=""/>
          <p:cNvSpPr/>
          <p:nvPr/>
        </p:nvSpPr>
        <p:spPr bwMode="auto">
          <a:xfrm rot="8915418" flipH="0" flipV="0">
            <a:off x="6783862" y="2871367"/>
            <a:ext cx="266887" cy="266887"/>
          </a:xfrm>
          <a:prstGeom prst="ellipse">
            <a:avLst/>
          </a:prstGeom>
          <a:gradFill>
            <a:gsLst>
              <a:gs pos="0">
                <a:schemeClr val="accent3">
                  <a:lumMod val="50000"/>
                  <a:alpha val="70000"/>
                </a:schemeClr>
              </a:gs>
              <a:gs pos="61000">
                <a:schemeClr val="accent1">
                  <a:lumMod val="50000"/>
                  <a:alpha val="7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00946325" name=""/>
          <p:cNvSpPr/>
          <p:nvPr/>
        </p:nvSpPr>
        <p:spPr bwMode="auto">
          <a:xfrm rot="8915418" flipH="0" flipV="0">
            <a:off x="985449" y="853132"/>
            <a:ext cx="394734" cy="394734"/>
          </a:xfrm>
          <a:prstGeom prst="ellipse">
            <a:avLst/>
          </a:prstGeom>
          <a:gradFill>
            <a:gsLst>
              <a:gs pos="0">
                <a:schemeClr val="accent2">
                  <a:lumMod val="75000"/>
                  <a:alpha val="49999"/>
                </a:schemeClr>
              </a:gs>
              <a:gs pos="100000">
                <a:schemeClr val="accent1">
                  <a:lumMod val="50000"/>
                  <a:alpha val="49999"/>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953279953" name=""/>
          <p:cNvPicPr>
            <a:picLocks noChangeAspect="1"/>
          </p:cNvPicPr>
          <p:nvPr/>
        </p:nvPicPr>
        <p:blipFill rotWithShape="1">
          <a:blip r:embed="rId3">
            <a:alphaModFix amt="33999"/>
          </a:blip>
          <a:stretch/>
        </p:blipFill>
        <p:spPr bwMode="auto">
          <a:xfrm flipH="0" flipV="0">
            <a:off x="5901353" y="0"/>
            <a:ext cx="6290644" cy="5619748"/>
          </a:xfrm>
          <a:prstGeom prst="rect">
            <a:avLst/>
          </a:prstGeom>
        </p:spPr>
      </p:pic>
      <p:grpSp>
        <p:nvGrpSpPr>
          <p:cNvPr id="887598895" name=""/>
          <p:cNvGrpSpPr/>
          <p:nvPr/>
        </p:nvGrpSpPr>
        <p:grpSpPr bwMode="auto">
          <a:xfrm>
            <a:off x="6436434" y="0"/>
            <a:ext cx="5755563" cy="5185485"/>
            <a:chOff x="0" y="0"/>
            <a:chExt cx="5755563" cy="5185485"/>
          </a:xfrm>
        </p:grpSpPr>
        <p:sp>
          <p:nvSpPr>
            <p:cNvPr id="1645673733" name=""/>
            <p:cNvSpPr/>
            <p:nvPr/>
          </p:nvSpPr>
          <p:spPr bwMode="auto">
            <a:xfrm>
              <a:off x="0" y="0"/>
              <a:ext cx="5755563"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4000">
                  <a:schemeClr val="accent2">
                    <a:lumMod val="75000"/>
                    <a:alpha val="99999"/>
                  </a:schemeClr>
                </a:gs>
                <a:gs pos="44000">
                  <a:schemeClr val="accent2">
                    <a:lumMod val="50000"/>
                    <a:alpha val="99999"/>
                  </a:schemeClr>
                </a:gs>
                <a:gs pos="96000">
                  <a:schemeClr val="bg2">
                    <a:lumMod val="10000"/>
                    <a:alpha val="99999"/>
                  </a:schemeClr>
                </a:gs>
              </a:gsLst>
              <a:lin ang="10200000" scaled="1"/>
            </a:gradFill>
            <a:ln w="12700" cap="flat" cmpd="sng" algn="ctr">
              <a:noFill/>
              <a:prstDash val="solid"/>
              <a:miter lim="800000"/>
            </a:ln>
          </p:spPr>
        </p:sp>
        <p:sp>
          <p:nvSpPr>
            <p:cNvPr id="1158680612" name=""/>
            <p:cNvSpPr/>
            <p:nvPr/>
          </p:nvSpPr>
          <p:spPr bwMode="auto">
            <a:xfrm>
              <a:off x="0" y="0"/>
              <a:ext cx="5755563"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0">
                  <a:schemeClr val="accent2">
                    <a:lumMod val="40000"/>
                    <a:lumOff val="60000"/>
                    <a:alpha val="66000"/>
                  </a:schemeClr>
                </a:gs>
                <a:gs pos="66000">
                  <a:schemeClr val="accent2">
                    <a:lumMod val="50000"/>
                    <a:alpha val="66000"/>
                  </a:schemeClr>
                </a:gs>
                <a:gs pos="96000">
                  <a:schemeClr val="bg2">
                    <a:lumMod val="10000"/>
                    <a:alpha val="66000"/>
                  </a:schemeClr>
                </a:gs>
              </a:gsLst>
              <a:lin ang="15000000" scaled="1"/>
            </a:gradFill>
            <a:ln w="12700" cap="flat" cmpd="sng" algn="ctr">
              <a:noFill/>
              <a:prstDash val="solid"/>
              <a:miter lim="800000"/>
            </a:ln>
          </p:spPr>
          <p:txBody>
            <a:bodyPr anchor="ctr"/>
            <a:p>
              <a:pPr algn="ctr">
                <a:defRPr/>
              </a:pPr>
              <a:endParaRPr/>
            </a:p>
          </p:txBody>
        </p:sp>
        <p:sp>
          <p:nvSpPr>
            <p:cNvPr id="1202637702" name=""/>
            <p:cNvSpPr/>
            <p:nvPr/>
          </p:nvSpPr>
          <p:spPr bwMode="auto">
            <a:xfrm>
              <a:off x="0" y="0"/>
              <a:ext cx="5755563"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0">
                  <a:schemeClr val="accent2">
                    <a:lumMod val="40000"/>
                    <a:lumOff val="60000"/>
                    <a:alpha val="66000"/>
                  </a:schemeClr>
                </a:gs>
                <a:gs pos="66000">
                  <a:schemeClr val="accent2">
                    <a:lumMod val="50000"/>
                    <a:alpha val="66000"/>
                  </a:schemeClr>
                </a:gs>
                <a:gs pos="96000">
                  <a:schemeClr val="bg2">
                    <a:lumMod val="10000"/>
                    <a:alpha val="66000"/>
                  </a:schemeClr>
                </a:gs>
              </a:gsLst>
              <a:lin ang="2700000" scaled="1"/>
            </a:gradFill>
            <a:ln w="12700" cap="flat" cmpd="sng" algn="ctr">
              <a:noFill/>
              <a:prstDash val="solid"/>
              <a:miter lim="800000"/>
            </a:ln>
          </p:spPr>
        </p:sp>
        <p:sp>
          <p:nvSpPr>
            <p:cNvPr id="2049971112" name=""/>
            <p:cNvSpPr/>
            <p:nvPr/>
          </p:nvSpPr>
          <p:spPr bwMode="auto">
            <a:xfrm>
              <a:off x="0" y="0"/>
              <a:ext cx="5755563"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12000">
                  <a:schemeClr val="accent2">
                    <a:lumMod val="40000"/>
                    <a:lumOff val="60000"/>
                    <a:alpha val="42000"/>
                  </a:schemeClr>
                </a:gs>
                <a:gs pos="82000">
                  <a:schemeClr val="accent2">
                    <a:lumMod val="50000"/>
                    <a:alpha val="42000"/>
                  </a:schemeClr>
                </a:gs>
                <a:gs pos="96000">
                  <a:schemeClr val="bg2">
                    <a:lumMod val="10000"/>
                    <a:alpha val="42000"/>
                  </a:schemeClr>
                </a:gs>
              </a:gsLst>
              <a:lin ang="17700000" scaled="1"/>
            </a:gradFill>
            <a:ln w="12700" cap="flat" cmpd="sng" algn="ctr">
              <a:noFill/>
              <a:prstDash val="solid"/>
              <a:miter lim="800000"/>
            </a:ln>
          </p:spPr>
          <p:txBody>
            <a:bodyPr anchor="ctr"/>
            <a:p>
              <a:pPr algn="ctr">
                <a:defRPr/>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483749288" name="Title 1"/>
          <p:cNvSpPr>
            <a:spLocks noGrp="1"/>
          </p:cNvSpPr>
          <p:nvPr>
            <p:ph type="title"/>
          </p:nvPr>
        </p:nvSpPr>
        <p:spPr bwMode="auto"/>
        <p:txBody>
          <a:bodyPr/>
          <a:lstStyle/>
          <a:p>
            <a:pPr>
              <a:defRPr/>
            </a:pPr>
            <a:r>
              <a:rPr/>
              <a:t>Click to edit Master title style</a:t>
            </a:r>
            <a:endParaRPr/>
          </a:p>
        </p:txBody>
      </p:sp>
      <p:sp>
        <p:nvSpPr>
          <p:cNvPr id="1897590976"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8412001"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550693741" name="Footer Placeholder 4"/>
          <p:cNvSpPr>
            <a:spLocks noGrp="1"/>
          </p:cNvSpPr>
          <p:nvPr>
            <p:ph type="ftr" sz="quarter" idx="11"/>
          </p:nvPr>
        </p:nvSpPr>
        <p:spPr bwMode="auto"/>
        <p:txBody>
          <a:bodyPr/>
          <a:lstStyle/>
          <a:p>
            <a:pPr>
              <a:defRPr/>
            </a:pPr>
            <a:endParaRPr/>
          </a:p>
        </p:txBody>
      </p:sp>
      <p:sp>
        <p:nvSpPr>
          <p:cNvPr id="1105052583" name="Slide Number Placeholder 5"/>
          <p:cNvSpPr>
            <a:spLocks noGrp="1"/>
          </p:cNvSpPr>
          <p:nvPr>
            <p:ph type="sldNum" sz="quarter" idx="12"/>
          </p:nvPr>
        </p:nvSpPr>
        <p:spPr bwMode="auto"/>
        <p:txBody>
          <a:bodyPr/>
          <a:lstStyle/>
          <a:p>
            <a:pPr>
              <a:defRPr/>
            </a:pPr>
            <a:fld id="{08395586-F03A-48D1-94DF-16B239DF4FB5}" type="slidenum">
              <a:rPr/>
              <a:t>‹#›</a:t>
            </a:fld>
            <a:endParaRPr/>
          </a:p>
        </p:txBody>
      </p:sp>
      <p:sp>
        <p:nvSpPr>
          <p:cNvPr id="1456635757" name=""/>
          <p:cNvSpPr/>
          <p:nvPr/>
        </p:nvSpPr>
        <p:spPr bwMode="auto">
          <a:xfrm rot="5399976" flipH="0" flipV="0">
            <a:off x="2666402" y="-2667613"/>
            <a:ext cx="6879729" cy="12171411"/>
          </a:xfrm>
          <a:custGeom>
            <a:avLst/>
            <a:gdLst/>
            <a:ahLst/>
            <a:cxnLst/>
            <a:rect l="0" t="0" r="r" b="b"/>
            <a:pathLst>
              <a:path w="43200" h="43200" fill="norm" stroke="1" extrusionOk="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a:gsLst>
              <a:gs pos="0">
                <a:schemeClr val="accent1">
                  <a:lumMod val="50000"/>
                  <a:alpha val="24999"/>
                </a:schemeClr>
              </a:gs>
              <a:gs pos="19000">
                <a:schemeClr val="accent2">
                  <a:lumMod val="50000"/>
                  <a:alpha val="24999"/>
                </a:schemeClr>
              </a:gs>
              <a:gs pos="53000">
                <a:schemeClr val="accent2">
                  <a:lumMod val="75000"/>
                  <a:alpha val="24999"/>
                </a:schemeClr>
              </a:gs>
              <a:gs pos="74000">
                <a:schemeClr val="accent2">
                  <a:lumMod val="50000"/>
                  <a:alpha val="24999"/>
                </a:schemeClr>
              </a:gs>
              <a:gs pos="96000">
                <a:schemeClr val="bg2">
                  <a:lumMod val="10000"/>
                  <a:alpha val="24999"/>
                </a:schemeClr>
              </a:gs>
            </a:gsLst>
            <a:lin ang="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18380786" name=""/>
          <p:cNvSpPr/>
          <p:nvPr/>
        </p:nvSpPr>
        <p:spPr bwMode="auto">
          <a:xfrm rot="0" flipH="0" flipV="0">
            <a:off x="10887748" y="1168398"/>
            <a:ext cx="630525" cy="630525"/>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4170053" name="Text Placeholder 2"/>
          <p:cNvSpPr>
            <a:spLocks noGrp="1"/>
          </p:cNvSpPr>
          <p:nvPr>
            <p:ph type="body" idx="1"/>
          </p:nvPr>
        </p:nvSpPr>
        <p:spPr bwMode="auto">
          <a:xfrm flipH="0" flipV="0">
            <a:off x="831848" y="4928616"/>
            <a:ext cx="7324596" cy="1161032"/>
          </a:xfrm>
        </p:spPr>
        <p:txBody>
          <a:bodyPr/>
          <a:lstStyle>
            <a:lvl1pPr marL="0" indent="0">
              <a:buNone/>
              <a:defRPr sz="2000">
                <a:solidFill>
                  <a:schemeClr val="bg1">
                    <a:lumMod val="95000"/>
                  </a:schemeClr>
                </a:solidFill>
              </a:defRPr>
            </a:lvl1pPr>
            <a:lvl2pPr marL="457200" indent="0">
              <a:buNone/>
              <a:defRPr sz="2000">
                <a:solidFill>
                  <a:schemeClr val="bg1">
                    <a:lumMod val="95000"/>
                  </a:schemeClr>
                </a:solidFill>
              </a:defRPr>
            </a:lvl2pPr>
            <a:lvl3pPr marL="914400" indent="0">
              <a:buNone/>
              <a:defRPr sz="2000">
                <a:solidFill>
                  <a:schemeClr val="bg1">
                    <a:lumMod val="95000"/>
                  </a:schemeClr>
                </a:solidFill>
              </a:defRPr>
            </a:lvl3pPr>
            <a:lvl4pPr marL="1371600" indent="0">
              <a:buNone/>
              <a:defRPr sz="2000">
                <a:solidFill>
                  <a:schemeClr val="bg1">
                    <a:lumMod val="95000"/>
                  </a:schemeClr>
                </a:solidFill>
              </a:defRPr>
            </a:lvl4pPr>
            <a:lvl5pPr marL="1828800" indent="0">
              <a:buNone/>
              <a:defRPr sz="2000">
                <a:solidFill>
                  <a:schemeClr val="bg1">
                    <a:lumMod val="95000"/>
                  </a:schemeClr>
                </a:solidFill>
              </a:defRPr>
            </a:lvl5pPr>
            <a:lvl6pPr marL="2286000" indent="0">
              <a:buNone/>
              <a:defRPr sz="2000">
                <a:solidFill>
                  <a:schemeClr val="bg1">
                    <a:lumMod val="95000"/>
                  </a:schemeClr>
                </a:solidFill>
              </a:defRPr>
            </a:lvl6pPr>
            <a:lvl7pPr marL="2743200" indent="0">
              <a:buNone/>
              <a:defRPr sz="2000">
                <a:solidFill>
                  <a:schemeClr val="bg1">
                    <a:lumMod val="95000"/>
                  </a:schemeClr>
                </a:solidFill>
              </a:defRPr>
            </a:lvl7pPr>
            <a:lvl8pPr marL="3200400" indent="0">
              <a:buNone/>
              <a:defRPr sz="2000">
                <a:solidFill>
                  <a:schemeClr val="bg1">
                    <a:lumMod val="95000"/>
                  </a:schemeClr>
                </a:solidFill>
              </a:defRPr>
            </a:lvl8pPr>
            <a:lvl9pPr marL="3657600" indent="0">
              <a:buNone/>
              <a:defRPr sz="2000">
                <a:solidFill>
                  <a:schemeClr val="bg1">
                    <a:lumMod val="95000"/>
                  </a:schemeClr>
                </a:solidFill>
              </a:defRPr>
            </a:lvl9pPr>
          </a:lstStyle>
          <a:p>
            <a:pPr lvl="0">
              <a:defRPr/>
            </a:pPr>
            <a:r>
              <a:rPr/>
              <a:t>Click to edit Master text styles</a:t>
            </a:r>
            <a:endParaRPr/>
          </a:p>
        </p:txBody>
      </p:sp>
      <p:sp>
        <p:nvSpPr>
          <p:cNvPr id="909046416" name="Footer Placeholder 4"/>
          <p:cNvSpPr>
            <a:spLocks noGrp="1"/>
          </p:cNvSpPr>
          <p:nvPr>
            <p:ph type="ftr" sz="quarter" idx="11"/>
          </p:nvPr>
        </p:nvSpPr>
        <p:spPr bwMode="auto"/>
        <p:txBody>
          <a:bodyPr/>
          <a:lstStyle/>
          <a:p>
            <a:pPr>
              <a:defRPr/>
            </a:pPr>
            <a:endParaRPr/>
          </a:p>
        </p:txBody>
      </p:sp>
      <p:pic>
        <p:nvPicPr>
          <p:cNvPr id="1406944368" name=""/>
          <p:cNvPicPr>
            <a:picLocks noChangeAspect="1"/>
          </p:cNvPicPr>
          <p:nvPr/>
        </p:nvPicPr>
        <p:blipFill rotWithShape="1">
          <a:blip r:embed="rId2">
            <a:alphaModFix amt="40000"/>
          </a:blip>
          <a:stretch/>
        </p:blipFill>
        <p:spPr bwMode="auto">
          <a:xfrm flipH="0" flipV="0">
            <a:off x="1327335" y="0"/>
            <a:ext cx="10864661" cy="6089648"/>
          </a:xfrm>
          <a:prstGeom prst="rect">
            <a:avLst/>
          </a:prstGeom>
          <a:ln w="12700">
            <a:noFill/>
          </a:ln>
        </p:spPr>
      </p:pic>
      <p:sp>
        <p:nvSpPr>
          <p:cNvPr id="2111740230" name=""/>
          <p:cNvSpPr/>
          <p:nvPr/>
        </p:nvSpPr>
        <p:spPr bwMode="auto">
          <a:xfrm flipH="0" flipV="0">
            <a:off x="1451573" y="0"/>
            <a:ext cx="10740420"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60000"/>
                </a:schemeClr>
              </a:gs>
              <a:gs pos="19000">
                <a:schemeClr val="accent2">
                  <a:lumMod val="50000"/>
                  <a:alpha val="60000"/>
                </a:schemeClr>
              </a:gs>
              <a:gs pos="63000">
                <a:schemeClr val="accent2">
                  <a:lumMod val="50000"/>
                  <a:alpha val="60000"/>
                </a:schemeClr>
              </a:gs>
              <a:gs pos="96000">
                <a:schemeClr val="bg2">
                  <a:lumMod val="10000"/>
                  <a:alpha val="60000"/>
                </a:schemeClr>
              </a:gs>
            </a:gsLst>
            <a:lin ang="9600000" scaled="1"/>
          </a:gradFill>
          <a:ln w="12700" cap="flat" cmpd="sng" algn="ctr">
            <a:noFill/>
            <a:prstDash val="solid"/>
            <a:miter lim="800000"/>
          </a:ln>
        </p:spPr>
      </p:sp>
      <p:sp>
        <p:nvSpPr>
          <p:cNvPr id="1636979974" name=""/>
          <p:cNvSpPr/>
          <p:nvPr/>
        </p:nvSpPr>
        <p:spPr bwMode="auto">
          <a:xfrm rot="8915418" flipH="0" flipV="0">
            <a:off x="420507" y="961043"/>
            <a:ext cx="394733" cy="394733"/>
          </a:xfrm>
          <a:prstGeom prst="ellipse">
            <a:avLst/>
          </a:prstGeom>
          <a:gradFill>
            <a:gsLst>
              <a:gs pos="0">
                <a:schemeClr val="accent2">
                  <a:lumMod val="75000"/>
                  <a:alpha val="30000"/>
                </a:schemeClr>
              </a:gs>
              <a:gs pos="100000">
                <a:schemeClr val="accent1">
                  <a:lumMod val="50000"/>
                  <a:alpha val="3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35933560" name=""/>
          <p:cNvSpPr/>
          <p:nvPr/>
        </p:nvSpPr>
        <p:spPr bwMode="auto">
          <a:xfrm rot="0" flipH="0" flipV="0">
            <a:off x="552288" y="3044823"/>
            <a:ext cx="630526" cy="63052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2146759" name=""/>
          <p:cNvSpPr/>
          <p:nvPr/>
        </p:nvSpPr>
        <p:spPr bwMode="auto">
          <a:xfrm rot="1379112" flipH="0" flipV="0">
            <a:off x="1533259" y="2627385"/>
            <a:ext cx="276736" cy="27673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88272469" name="Title 1"/>
          <p:cNvSpPr>
            <a:spLocks noGrp="1"/>
          </p:cNvSpPr>
          <p:nvPr>
            <p:ph type="title"/>
          </p:nvPr>
        </p:nvSpPr>
        <p:spPr bwMode="auto">
          <a:xfrm rot="0" flipH="0" flipV="0">
            <a:off x="841247" y="3429000"/>
            <a:ext cx="7315199" cy="1499614"/>
          </a:xfrm>
        </p:spPr>
        <p:txBody>
          <a:bodyPr vertOverflow="overflow" horzOverflow="overflow" vert="horz" wrap="square" lIns="91440" tIns="45720" rIns="91440" bIns="45720" numCol="1" spcCol="0" rtlCol="0" fromWordArt="0" anchor="b" anchorCtr="0" forceAA="0" upright="0" compatLnSpc="0">
            <a:normAutofit/>
          </a:bodyPr>
          <a:lstStyle>
            <a:lvl1pPr>
              <a:defRPr sz="5000">
                <a:solidFill>
                  <a:schemeClr val="bg1">
                    <a:lumMod val="95000"/>
                  </a:schemeClr>
                </a:solidFill>
              </a:defRPr>
            </a:lvl1pPr>
            <a:lvl2pPr>
              <a:defRPr sz="5000">
                <a:solidFill>
                  <a:schemeClr val="bg1">
                    <a:lumMod val="95000"/>
                  </a:schemeClr>
                </a:solidFill>
              </a:defRPr>
            </a:lvl2pPr>
            <a:lvl3pPr>
              <a:defRPr sz="5000">
                <a:solidFill>
                  <a:schemeClr val="bg1">
                    <a:lumMod val="95000"/>
                  </a:schemeClr>
                </a:solidFill>
              </a:defRPr>
            </a:lvl3pPr>
            <a:lvl4pPr>
              <a:defRPr sz="5000">
                <a:solidFill>
                  <a:schemeClr val="bg1">
                    <a:lumMod val="95000"/>
                  </a:schemeClr>
                </a:solidFill>
              </a:defRPr>
            </a:lvl4pPr>
            <a:lvl5pPr>
              <a:defRPr sz="5000">
                <a:solidFill>
                  <a:schemeClr val="bg1">
                    <a:lumMod val="95000"/>
                  </a:schemeClr>
                </a:solidFill>
              </a:defRPr>
            </a:lvl5pPr>
            <a:lvl6pPr>
              <a:defRPr sz="5000">
                <a:solidFill>
                  <a:schemeClr val="bg1">
                    <a:lumMod val="95000"/>
                  </a:schemeClr>
                </a:solidFill>
              </a:defRPr>
            </a:lvl6pPr>
            <a:lvl7pPr>
              <a:defRPr sz="5000">
                <a:solidFill>
                  <a:schemeClr val="bg1">
                    <a:lumMod val="95000"/>
                  </a:schemeClr>
                </a:solidFill>
              </a:defRPr>
            </a:lvl7pPr>
            <a:lvl8pPr>
              <a:defRPr sz="5000">
                <a:solidFill>
                  <a:schemeClr val="bg1">
                    <a:lumMod val="95000"/>
                  </a:schemeClr>
                </a:solidFill>
              </a:defRPr>
            </a:lvl8pPr>
            <a:lvl9pPr>
              <a:defRPr sz="5000">
                <a:solidFill>
                  <a:schemeClr val="bg1">
                    <a:lumMod val="95000"/>
                  </a:schemeClr>
                </a:solidFill>
              </a:defRPr>
            </a:lvl9pPr>
          </a:lstStyle>
          <a:p>
            <a:pPr>
              <a:defRPr/>
            </a:pPr>
            <a:r>
              <a:rPr/>
              <a:t>Click to edit Master</a:t>
            </a:r>
            <a:endParaRPr/>
          </a:p>
        </p:txBody>
      </p:sp>
      <p:sp>
        <p:nvSpPr>
          <p:cNvPr id="830540822" name="Text Placeholder 2"/>
          <p:cNvSpPr>
            <a:spLocks noGrp="1"/>
          </p:cNvSpPr>
          <p:nvPr>
            <p:ph type="body" idx="1"/>
          </p:nvPr>
        </p:nvSpPr>
        <p:spPr bwMode="auto">
          <a:xfrm flipH="0" flipV="0">
            <a:off x="831848" y="4928616"/>
            <a:ext cx="7324596" cy="1161032"/>
          </a:xfrm>
        </p:spPr>
        <p:txBody>
          <a:bodyPr/>
          <a:lstStyle>
            <a:lvl1pPr marL="0" indent="0">
              <a:buNone/>
              <a:defRPr sz="2000">
                <a:solidFill>
                  <a:schemeClr val="bg1">
                    <a:lumMod val="95000"/>
                  </a:schemeClr>
                </a:solidFill>
              </a:defRPr>
            </a:lvl1pPr>
            <a:lvl2pPr marL="457200" indent="0">
              <a:buNone/>
              <a:defRPr sz="2000">
                <a:solidFill>
                  <a:schemeClr val="bg1">
                    <a:lumMod val="95000"/>
                  </a:schemeClr>
                </a:solidFill>
              </a:defRPr>
            </a:lvl2pPr>
            <a:lvl3pPr marL="914400" indent="0">
              <a:buNone/>
              <a:defRPr sz="2000">
                <a:solidFill>
                  <a:schemeClr val="bg1">
                    <a:lumMod val="95000"/>
                  </a:schemeClr>
                </a:solidFill>
              </a:defRPr>
            </a:lvl3pPr>
            <a:lvl4pPr marL="1371600" indent="0">
              <a:buNone/>
              <a:defRPr sz="2000">
                <a:solidFill>
                  <a:schemeClr val="bg1">
                    <a:lumMod val="95000"/>
                  </a:schemeClr>
                </a:solidFill>
              </a:defRPr>
            </a:lvl4pPr>
            <a:lvl5pPr marL="1828800" indent="0">
              <a:buNone/>
              <a:defRPr sz="2000">
                <a:solidFill>
                  <a:schemeClr val="bg1">
                    <a:lumMod val="95000"/>
                  </a:schemeClr>
                </a:solidFill>
              </a:defRPr>
            </a:lvl5pPr>
            <a:lvl6pPr marL="2286000" indent="0">
              <a:buNone/>
              <a:defRPr sz="2000">
                <a:solidFill>
                  <a:schemeClr val="bg1">
                    <a:lumMod val="95000"/>
                  </a:schemeClr>
                </a:solidFill>
              </a:defRPr>
            </a:lvl6pPr>
            <a:lvl7pPr marL="2743200" indent="0">
              <a:buNone/>
              <a:defRPr sz="2000">
                <a:solidFill>
                  <a:schemeClr val="bg1">
                    <a:lumMod val="95000"/>
                  </a:schemeClr>
                </a:solidFill>
              </a:defRPr>
            </a:lvl7pPr>
            <a:lvl8pPr marL="3200400" indent="0">
              <a:buNone/>
              <a:defRPr sz="2000">
                <a:solidFill>
                  <a:schemeClr val="bg1">
                    <a:lumMod val="95000"/>
                  </a:schemeClr>
                </a:solidFill>
              </a:defRPr>
            </a:lvl8pPr>
            <a:lvl9pPr marL="3657600" indent="0">
              <a:buNone/>
              <a:defRPr sz="2000">
                <a:solidFill>
                  <a:schemeClr val="bg1">
                    <a:lumMod val="95000"/>
                  </a:schemeClr>
                </a:solidFill>
              </a:defRPr>
            </a:lvl9pPr>
          </a:lstStyle>
          <a:p>
            <a:pPr lvl="0">
              <a:defRPr/>
            </a:pPr>
            <a:r>
              <a:rPr/>
              <a:t>Click to edit Master text styles</a:t>
            </a:r>
            <a:endParaRPr/>
          </a:p>
        </p:txBody>
      </p:sp>
      <p:sp>
        <p:nvSpPr>
          <p:cNvPr id="2037833729"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1252828610" name="Footer Placeholder 4"/>
          <p:cNvSpPr>
            <a:spLocks noGrp="1"/>
          </p:cNvSpPr>
          <p:nvPr>
            <p:ph type="ftr" sz="quarter" idx="11"/>
          </p:nvPr>
        </p:nvSpPr>
        <p:spPr bwMode="auto"/>
        <p:txBody>
          <a:bodyPr/>
          <a:lstStyle/>
          <a:p>
            <a:pPr>
              <a:defRPr/>
            </a:pPr>
            <a:endParaRPr/>
          </a:p>
        </p:txBody>
      </p:sp>
      <p:sp>
        <p:nvSpPr>
          <p:cNvPr id="1849203346"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bg>
      <p:bgPr shadeToTitle="0">
        <a:gradFill>
          <a:gsLst>
            <a:gs pos="0">
              <a:schemeClr val="accent1">
                <a:lumMod val="50000"/>
              </a:schemeClr>
            </a:gs>
            <a:gs pos="42000">
              <a:schemeClr val="accent2">
                <a:lumMod val="50000"/>
              </a:schemeClr>
            </a:gs>
            <a:gs pos="100000">
              <a:schemeClr val="accent2">
                <a:lumMod val="50000"/>
              </a:schemeClr>
            </a:gs>
          </a:gsLst>
          <a:lin ang="2700000" scaled="1"/>
        </a:gradFill>
      </p:bgPr>
    </p:bg>
    <p:spTree>
      <p:nvGrpSpPr>
        <p:cNvPr id="1" name=""/>
        <p:cNvGrpSpPr/>
        <p:nvPr/>
      </p:nvGrpSpPr>
      <p:grpSpPr bwMode="auto">
        <a:xfrm>
          <a:off x="0" y="0"/>
          <a:ext cx="0" cy="0"/>
          <a:chOff x="0" y="0"/>
          <a:chExt cx="0" cy="0"/>
        </a:xfrm>
      </p:grpSpPr>
      <p:sp>
        <p:nvSpPr>
          <p:cNvPr id="165482714" name=""/>
          <p:cNvSpPr/>
          <p:nvPr/>
        </p:nvSpPr>
        <p:spPr bwMode="auto">
          <a:xfrm rot="6613455" flipH="0" flipV="0">
            <a:off x="568918" y="5506504"/>
            <a:ext cx="597563" cy="597564"/>
          </a:xfrm>
          <a:prstGeom prst="ellipse">
            <a:avLst/>
          </a:prstGeom>
          <a:gradFill>
            <a:gsLst>
              <a:gs pos="0">
                <a:schemeClr val="accent2">
                  <a:lumMod val="75000"/>
                  <a:alpha val="62000"/>
                </a:schemeClr>
              </a:gs>
              <a:gs pos="100000">
                <a:schemeClr val="accent1">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48644397" name=""/>
          <p:cNvSpPr/>
          <p:nvPr/>
        </p:nvSpPr>
        <p:spPr bwMode="auto">
          <a:xfrm rot="0" flipH="0" flipV="0">
            <a:off x="8314941" y="0"/>
            <a:ext cx="3877055" cy="6858000"/>
          </a:xfrm>
          <a:custGeom>
            <a:avLst/>
            <a:gdLst/>
            <a:ahLst/>
            <a:cxnLst/>
            <a:rect l="0" t="0" r="r" b="b"/>
            <a:pathLst>
              <a:path w="3881133" h="6687499" fill="norm" stroke="1" extrusionOk="0">
                <a:moveTo>
                  <a:pt x="0" y="0"/>
                </a:moveTo>
                <a:cubicBezTo>
                  <a:pt x="0" y="0"/>
                  <a:pt x="3881133" y="0"/>
                  <a:pt x="3881133" y="0"/>
                </a:cubicBezTo>
                <a:cubicBezTo>
                  <a:pt x="3881133" y="0"/>
                  <a:pt x="3881133" y="6687499"/>
                  <a:pt x="3881133" y="6687499"/>
                </a:cubicBezTo>
                <a:cubicBezTo>
                  <a:pt x="3306590" y="5940012"/>
                  <a:pt x="3104023" y="5612698"/>
                  <a:pt x="2884296" y="4952389"/>
                </a:cubicBezTo>
                <a:cubicBezTo>
                  <a:pt x="2563124" y="3988024"/>
                  <a:pt x="2682989" y="4268372"/>
                  <a:pt x="2589046" y="3959832"/>
                </a:cubicBezTo>
                <a:cubicBezTo>
                  <a:pt x="2387923" y="3275658"/>
                  <a:pt x="2548876" y="2819541"/>
                  <a:pt x="1542709" y="2175214"/>
                </a:cubicBezTo>
                <a:cubicBezTo>
                  <a:pt x="107271" y="1397486"/>
                  <a:pt x="0" y="914437"/>
                  <a:pt x="0" y="0"/>
                </a:cubicBezTo>
                <a:close/>
              </a:path>
            </a:pathLst>
          </a:custGeom>
          <a:gradFill>
            <a:gsLst>
              <a:gs pos="22000">
                <a:schemeClr val="accent2">
                  <a:lumMod val="50000"/>
                  <a:alpha val="42000"/>
                </a:schemeClr>
              </a:gs>
              <a:gs pos="74000">
                <a:schemeClr val="accent2">
                  <a:lumMod val="75000"/>
                  <a:alpha val="42000"/>
                </a:schemeClr>
              </a:gs>
              <a:gs pos="100000">
                <a:schemeClr val="accent3">
                  <a:lumMod val="75000"/>
                  <a:alpha val="42000"/>
                </a:schemeClr>
              </a:gs>
            </a:gsLst>
            <a:lin ang="2700000" scaled="1"/>
          </a:gradFill>
          <a:ln w="12700" cap="flat" cmpd="sng" algn="ctr">
            <a:noFill/>
            <a:prstDash val="solid"/>
            <a:miter lim="800000"/>
          </a:ln>
        </p:spPr>
      </p:sp>
      <p:sp>
        <p:nvSpPr>
          <p:cNvPr id="573839159" name="Title 1"/>
          <p:cNvSpPr>
            <a:spLocks noGrp="1"/>
          </p:cNvSpPr>
          <p:nvPr>
            <p:ph type="title"/>
          </p:nvPr>
        </p:nvSpPr>
        <p:spPr bwMode="auto"/>
        <p:txBody>
          <a:bodyPr/>
          <a:lstStyle/>
          <a:p>
            <a:pPr>
              <a:defRPr/>
            </a:pPr>
            <a:r>
              <a:rPr/>
              <a:t>Click to edit Master title style</a:t>
            </a:r>
            <a:endParaRPr/>
          </a:p>
        </p:txBody>
      </p:sp>
      <p:sp>
        <p:nvSpPr>
          <p:cNvPr id="139564389" name="Content Placeholder 2"/>
          <p:cNvSpPr>
            <a:spLocks noGrp="1"/>
          </p:cNvSpPr>
          <p:nvPr>
            <p:ph sz="half" idx="1"/>
          </p:nvPr>
        </p:nvSpPr>
        <p:spPr bwMode="auto">
          <a:xfrm>
            <a:off x="838199" y="1825624"/>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046919902" name="Content Placeholder 3"/>
          <p:cNvSpPr>
            <a:spLocks noGrp="1"/>
          </p:cNvSpPr>
          <p:nvPr>
            <p:ph sz="half" idx="2"/>
          </p:nvPr>
        </p:nvSpPr>
        <p:spPr bwMode="auto">
          <a:xfrm>
            <a:off x="6172199" y="1825624"/>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637275925"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2116205517" name="Footer Placeholder 5"/>
          <p:cNvSpPr>
            <a:spLocks noGrp="1"/>
          </p:cNvSpPr>
          <p:nvPr>
            <p:ph type="ftr" sz="quarter" idx="11"/>
          </p:nvPr>
        </p:nvSpPr>
        <p:spPr bwMode="auto"/>
        <p:txBody>
          <a:bodyPr/>
          <a:lstStyle/>
          <a:p>
            <a:pPr>
              <a:defRPr/>
            </a:pPr>
            <a:endParaRPr/>
          </a:p>
        </p:txBody>
      </p:sp>
      <p:sp>
        <p:nvSpPr>
          <p:cNvPr id="2116230" name="Slide Number Placeholder 6"/>
          <p:cNvSpPr>
            <a:spLocks noGrp="1"/>
          </p:cNvSpPr>
          <p:nvPr>
            <p:ph type="sldNum" sz="quarter" idx="12"/>
          </p:nvPr>
        </p:nvSpPr>
        <p:spPr bwMode="auto"/>
        <p:txBody>
          <a:bodyPr/>
          <a:lstStyle/>
          <a:p>
            <a:pPr>
              <a:defRPr/>
            </a:pPr>
            <a:fld id="{08395586-F03A-48D1-94DF-16B239DF4FB5}" type="slidenum">
              <a:rPr/>
              <a:t>‹#›</a:t>
            </a:fld>
            <a:endParaRPr/>
          </a:p>
        </p:txBody>
      </p:sp>
      <p:sp>
        <p:nvSpPr>
          <p:cNvPr id="651625" name=""/>
          <p:cNvSpPr/>
          <p:nvPr/>
        </p:nvSpPr>
        <p:spPr bwMode="auto">
          <a:xfrm rot="8070705" flipH="0" flipV="0">
            <a:off x="2033082" y="5000095"/>
            <a:ext cx="349223" cy="349223"/>
          </a:xfrm>
          <a:prstGeom prst="ellipse">
            <a:avLst/>
          </a:prstGeom>
          <a:gradFill>
            <a:gsLst>
              <a:gs pos="0">
                <a:schemeClr val="accent2">
                  <a:lumMod val="75000"/>
                  <a:alpha val="62000"/>
                </a:schemeClr>
              </a:gs>
              <a:gs pos="100000">
                <a:schemeClr val="accent2">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70057519" name=""/>
          <p:cNvSpPr/>
          <p:nvPr/>
        </p:nvSpPr>
        <p:spPr bwMode="auto">
          <a:xfrm rot="5399976" flipH="0" flipV="0">
            <a:off x="2666402" y="-2667612"/>
            <a:ext cx="6879729" cy="12171411"/>
          </a:xfrm>
          <a:custGeom>
            <a:avLst/>
            <a:gdLst/>
            <a:ahLst/>
            <a:cxnLst/>
            <a:rect l="0" t="0" r="r" b="b"/>
            <a:pathLst>
              <a:path w="43200" h="43200" fill="norm" stroke="1" extrusionOk="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a:gsLst>
              <a:gs pos="0">
                <a:schemeClr val="accent1">
                  <a:lumMod val="50000"/>
                  <a:alpha val="40000"/>
                </a:schemeClr>
              </a:gs>
              <a:gs pos="19000">
                <a:schemeClr val="accent2">
                  <a:lumMod val="50000"/>
                  <a:alpha val="40000"/>
                </a:schemeClr>
              </a:gs>
              <a:gs pos="46000">
                <a:schemeClr val="accent2">
                  <a:lumMod val="50000"/>
                  <a:alpha val="40000"/>
                </a:schemeClr>
              </a:gs>
              <a:gs pos="63000">
                <a:schemeClr val="accent2">
                  <a:lumMod val="50000"/>
                  <a:alpha val="40000"/>
                </a:schemeClr>
              </a:gs>
              <a:gs pos="96000">
                <a:schemeClr val="bg2">
                  <a:lumMod val="10000"/>
                  <a:alpha val="40000"/>
                </a:schemeClr>
              </a:gs>
            </a:gsLst>
            <a:lin ang="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36931194" name="Title 1"/>
          <p:cNvSpPr>
            <a:spLocks noGrp="1"/>
          </p:cNvSpPr>
          <p:nvPr>
            <p:ph type="title"/>
          </p:nvPr>
        </p:nvSpPr>
        <p:spPr bwMode="auto">
          <a:xfrm>
            <a:off x="839787" y="365124"/>
            <a:ext cx="10515598" cy="1325562"/>
          </a:xfrm>
        </p:spPr>
        <p:txBody>
          <a:bodyPr/>
          <a:lstStyle/>
          <a:p>
            <a:pPr>
              <a:defRPr/>
            </a:pPr>
            <a:r>
              <a:rPr/>
              <a:t>Click to edit Master title style</a:t>
            </a:r>
            <a:endParaRPr/>
          </a:p>
        </p:txBody>
      </p:sp>
      <p:sp>
        <p:nvSpPr>
          <p:cNvPr id="581323314" name="Text Placeholder 2"/>
          <p:cNvSpPr>
            <a:spLocks noGrp="1"/>
          </p:cNvSpPr>
          <p:nvPr>
            <p:ph type="body" idx="1"/>
          </p:nvPr>
        </p:nvSpPr>
        <p:spPr bwMode="auto">
          <a:xfrm>
            <a:off x="839787" y="1681162"/>
            <a:ext cx="5157786" cy="823911"/>
          </a:xfrm>
        </p:spPr>
        <p:txBody>
          <a:bodyPr anchor="b"/>
          <a:lstStyle>
            <a:lvl1pPr marL="0" indent="0">
              <a:buNone/>
              <a:defRPr sz="2800" b="1"/>
            </a:lvl1pPr>
            <a:lvl2pPr marL="457200" indent="0">
              <a:buNone/>
              <a:defRPr sz="2800" b="1"/>
            </a:lvl2pPr>
            <a:lvl3pPr marL="914400" indent="0">
              <a:buNone/>
              <a:defRPr sz="2800" b="1"/>
            </a:lvl3pPr>
            <a:lvl4pPr marL="1371600" indent="0">
              <a:buNone/>
              <a:defRPr sz="2800" b="1"/>
            </a:lvl4pPr>
            <a:lvl5pPr marL="1828800" indent="0">
              <a:buNone/>
              <a:defRPr sz="2800" b="1"/>
            </a:lvl5pPr>
            <a:lvl6pPr marL="2286000" indent="0">
              <a:buNone/>
              <a:defRPr sz="2800" b="1"/>
            </a:lvl6pPr>
            <a:lvl7pPr marL="2743200" indent="0">
              <a:buNone/>
              <a:defRPr sz="2800" b="1"/>
            </a:lvl7pPr>
            <a:lvl8pPr marL="3200400" indent="0">
              <a:buNone/>
              <a:defRPr sz="2800" b="1"/>
            </a:lvl8pPr>
            <a:lvl9pPr marL="3657600" indent="0">
              <a:buNone/>
              <a:defRPr sz="2800" b="1"/>
            </a:lvl9pPr>
          </a:lstStyle>
          <a:p>
            <a:pPr lvl="0">
              <a:defRPr/>
            </a:pPr>
            <a:r>
              <a:rPr/>
              <a:t>Click to edit Master text styles</a:t>
            </a:r>
            <a:endParaRPr/>
          </a:p>
        </p:txBody>
      </p:sp>
      <p:sp>
        <p:nvSpPr>
          <p:cNvPr id="74658899" name="Content Placeholder 3"/>
          <p:cNvSpPr>
            <a:spLocks noGrp="1"/>
          </p:cNvSpPr>
          <p:nvPr>
            <p:ph sz="half" idx="2"/>
          </p:nvPr>
        </p:nvSpPr>
        <p:spPr bwMode="auto">
          <a:xfrm>
            <a:off x="839787" y="2505073"/>
            <a:ext cx="5157786"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570048375" name="Text Placeholder 4"/>
          <p:cNvSpPr>
            <a:spLocks noGrp="1"/>
          </p:cNvSpPr>
          <p:nvPr>
            <p:ph type="body" sz="quarter" idx="3"/>
          </p:nvPr>
        </p:nvSpPr>
        <p:spPr bwMode="auto">
          <a:xfrm>
            <a:off x="6172199" y="1681162"/>
            <a:ext cx="5183187" cy="823911"/>
          </a:xfrm>
        </p:spPr>
        <p:txBody>
          <a:bodyPr anchor="b"/>
          <a:lstStyle>
            <a:lvl1pPr marL="0" indent="0">
              <a:buNone/>
              <a:defRPr sz="2800" b="1"/>
            </a:lvl1pPr>
            <a:lvl2pPr marL="457200" indent="0">
              <a:buNone/>
              <a:defRPr sz="2800" b="1"/>
            </a:lvl2pPr>
            <a:lvl3pPr marL="914400" indent="0">
              <a:buNone/>
              <a:defRPr sz="2800" b="1"/>
            </a:lvl3pPr>
            <a:lvl4pPr marL="1371600" indent="0">
              <a:buNone/>
              <a:defRPr sz="2800" b="1"/>
            </a:lvl4pPr>
            <a:lvl5pPr marL="1828800" indent="0">
              <a:buNone/>
              <a:defRPr sz="2800" b="1"/>
            </a:lvl5pPr>
            <a:lvl6pPr marL="2286000" indent="0">
              <a:buNone/>
              <a:defRPr sz="2800" b="1"/>
            </a:lvl6pPr>
            <a:lvl7pPr marL="2743200" indent="0">
              <a:buNone/>
              <a:defRPr sz="2800" b="1"/>
            </a:lvl7pPr>
            <a:lvl8pPr marL="3200400" indent="0">
              <a:buNone/>
              <a:defRPr sz="2800" b="1"/>
            </a:lvl8pPr>
            <a:lvl9pPr marL="3657600" indent="0">
              <a:buNone/>
              <a:defRPr sz="2800" b="1"/>
            </a:lvl9pPr>
          </a:lstStyle>
          <a:p>
            <a:pPr lvl="0">
              <a:defRPr/>
            </a:pPr>
            <a:r>
              <a:rPr/>
              <a:t>Click to edit Master text styles</a:t>
            </a:r>
            <a:endParaRPr/>
          </a:p>
        </p:txBody>
      </p:sp>
      <p:sp>
        <p:nvSpPr>
          <p:cNvPr id="3478571" name="Content Placeholder 5"/>
          <p:cNvSpPr>
            <a:spLocks noGrp="1"/>
          </p:cNvSpPr>
          <p:nvPr>
            <p:ph sz="quarter" idx="4"/>
          </p:nvPr>
        </p:nvSpPr>
        <p:spPr bwMode="auto">
          <a:xfrm>
            <a:off x="6172199" y="2505073"/>
            <a:ext cx="5183187"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433417337" name="Date Placeholder 6"/>
          <p:cNvSpPr>
            <a:spLocks noGrp="1"/>
          </p:cNvSpPr>
          <p:nvPr>
            <p:ph type="dt" sz="half" idx="10"/>
          </p:nvPr>
        </p:nvSpPr>
        <p:spPr bwMode="auto"/>
        <p:txBody>
          <a:bodyPr/>
          <a:lstStyle/>
          <a:p>
            <a:pPr>
              <a:defRPr/>
            </a:pPr>
            <a:fld id="{BCC18F51-09EC-435C-A3BA-64A766E099C0}" type="datetimeFigureOut">
              <a:rPr/>
              <a:t>30.10.2013</a:t>
            </a:fld>
            <a:endParaRPr/>
          </a:p>
        </p:txBody>
      </p:sp>
      <p:sp>
        <p:nvSpPr>
          <p:cNvPr id="2116784353" name="Footer Placeholder 7"/>
          <p:cNvSpPr>
            <a:spLocks noGrp="1"/>
          </p:cNvSpPr>
          <p:nvPr>
            <p:ph type="ftr" sz="quarter" idx="11"/>
          </p:nvPr>
        </p:nvSpPr>
        <p:spPr bwMode="auto"/>
        <p:txBody>
          <a:bodyPr/>
          <a:lstStyle/>
          <a:p>
            <a:pPr>
              <a:defRPr/>
            </a:pPr>
            <a:endParaRPr/>
          </a:p>
        </p:txBody>
      </p:sp>
      <p:sp>
        <p:nvSpPr>
          <p:cNvPr id="1816137322" name="Slide Number Placeholder 8"/>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622588297"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1690692998" name="Footer Placeholder 5"/>
          <p:cNvSpPr>
            <a:spLocks noGrp="1"/>
          </p:cNvSpPr>
          <p:nvPr>
            <p:ph type="ftr" sz="quarter" idx="11"/>
          </p:nvPr>
        </p:nvSpPr>
        <p:spPr bwMode="auto"/>
        <p:txBody>
          <a:bodyPr/>
          <a:lstStyle/>
          <a:p>
            <a:pPr>
              <a:defRPr/>
            </a:pPr>
            <a:endParaRPr/>
          </a:p>
        </p:txBody>
      </p:sp>
      <p:sp>
        <p:nvSpPr>
          <p:cNvPr id="681371047" name="Slide Number Placeholder 6"/>
          <p:cNvSpPr>
            <a:spLocks noGrp="1"/>
          </p:cNvSpPr>
          <p:nvPr>
            <p:ph type="sldNum" sz="quarter" idx="12"/>
          </p:nvPr>
        </p:nvSpPr>
        <p:spPr bwMode="auto"/>
        <p:txBody>
          <a:bodyPr/>
          <a:lstStyle/>
          <a:p>
            <a:pPr>
              <a:defRPr/>
            </a:pPr>
            <a:fld id="{08395586-F03A-48D1-94DF-16B239DF4FB5}" type="slidenum">
              <a:rPr/>
              <a:t>‹#›</a:t>
            </a:fld>
            <a:endParaRPr/>
          </a:p>
        </p:txBody>
      </p:sp>
      <p:sp>
        <p:nvSpPr>
          <p:cNvPr id="1598482318" name=""/>
          <p:cNvSpPr/>
          <p:nvPr/>
        </p:nvSpPr>
        <p:spPr bwMode="auto">
          <a:xfrm flipH="1" flipV="0">
            <a:off x="0" y="0"/>
            <a:ext cx="6850011" cy="6687496"/>
          </a:xfrm>
          <a:custGeom>
            <a:avLst/>
            <a:gdLst/>
            <a:ahLst/>
            <a:cxnLst/>
            <a:rect l="0" t="0" r="r" b="b"/>
            <a:pathLst>
              <a:path w="3881133" h="6687499" fill="norm" stroke="1" extrusionOk="0">
                <a:moveTo>
                  <a:pt x="0" y="0"/>
                </a:moveTo>
                <a:cubicBezTo>
                  <a:pt x="0" y="0"/>
                  <a:pt x="3881133" y="0"/>
                  <a:pt x="3881133" y="0"/>
                </a:cubicBezTo>
                <a:cubicBezTo>
                  <a:pt x="3881133" y="0"/>
                  <a:pt x="3881133" y="6687499"/>
                  <a:pt x="3881133" y="6687499"/>
                </a:cubicBezTo>
                <a:cubicBezTo>
                  <a:pt x="3306590" y="5940012"/>
                  <a:pt x="3104023" y="5612698"/>
                  <a:pt x="2884296" y="4952389"/>
                </a:cubicBezTo>
                <a:cubicBezTo>
                  <a:pt x="2563124" y="3988024"/>
                  <a:pt x="2682989" y="4268372"/>
                  <a:pt x="2589046" y="3959832"/>
                </a:cubicBezTo>
                <a:cubicBezTo>
                  <a:pt x="2387923" y="3275658"/>
                  <a:pt x="2548876" y="2819541"/>
                  <a:pt x="1542709" y="2175214"/>
                </a:cubicBezTo>
                <a:cubicBezTo>
                  <a:pt x="107271" y="1397486"/>
                  <a:pt x="0" y="914437"/>
                  <a:pt x="0" y="0"/>
                </a:cubicBezTo>
                <a:close/>
              </a:path>
            </a:pathLst>
          </a:custGeom>
          <a:gradFill>
            <a:gsLst>
              <a:gs pos="4000">
                <a:schemeClr val="accent2">
                  <a:lumMod val="50000"/>
                  <a:alpha val="40000"/>
                </a:schemeClr>
              </a:gs>
              <a:gs pos="33000">
                <a:schemeClr val="accent1">
                  <a:lumMod val="50000"/>
                  <a:alpha val="40000"/>
                </a:schemeClr>
              </a:gs>
              <a:gs pos="74000">
                <a:schemeClr val="accent2">
                  <a:lumMod val="50000"/>
                  <a:alpha val="40000"/>
                </a:schemeClr>
              </a:gs>
              <a:gs pos="100000">
                <a:schemeClr val="accent3">
                  <a:lumMod val="75000"/>
                  <a:alpha val="40000"/>
                </a:schemeClr>
              </a:gs>
            </a:gsLst>
            <a:lin ang="2700000" scaled="1"/>
          </a:gradFill>
          <a:ln w="12700" cap="flat" cmpd="sng" algn="ctr">
            <a:noFill/>
            <a:prstDash val="solid"/>
            <a:miter lim="800000"/>
          </a:ln>
        </p:spPr>
      </p:sp>
      <p:sp>
        <p:nvSpPr>
          <p:cNvPr id="767518038" name=""/>
          <p:cNvSpPr/>
          <p:nvPr/>
        </p:nvSpPr>
        <p:spPr bwMode="auto">
          <a:xfrm rot="6613455" flipH="0" flipV="0">
            <a:off x="251867" y="297216"/>
            <a:ext cx="513414" cy="513414"/>
          </a:xfrm>
          <a:prstGeom prst="ellipse">
            <a:avLst/>
          </a:prstGeom>
          <a:gradFill>
            <a:gsLst>
              <a:gs pos="0">
                <a:schemeClr val="accent2">
                  <a:lumMod val="75000"/>
                  <a:alpha val="62000"/>
                </a:schemeClr>
              </a:gs>
              <a:gs pos="100000">
                <a:schemeClr val="accent1">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97003321" name="Title 1"/>
          <p:cNvSpPr>
            <a:spLocks noGrp="1"/>
          </p:cNvSpPr>
          <p:nvPr>
            <p:ph type="title"/>
          </p:nvPr>
        </p:nvSpPr>
        <p:spPr bwMode="auto">
          <a:xfrm>
            <a:off x="839787" y="457200"/>
            <a:ext cx="3932236" cy="1600200"/>
          </a:xfrm>
        </p:spPr>
        <p:txBody>
          <a:bodyPr vertOverflow="overflow" horzOverflow="overflow" vert="horz" wrap="square" lIns="91440" tIns="45720" rIns="91440" bIns="45720" numCol="1" spcCol="0" rtlCol="0" fromWordArt="0" anchor="t" anchorCtr="0" forceAA="0" upright="0" compatLnSpc="0">
            <a:normAutofit/>
          </a:bodyPr>
          <a:lstStyle>
            <a:lvl1pPr>
              <a:defRPr sz="40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a:defRPr/>
            </a:pPr>
            <a:r>
              <a:rPr/>
              <a:t>Click to edit </a:t>
            </a:r>
            <a:endParaRPr/>
          </a:p>
        </p:txBody>
      </p:sp>
      <p:sp>
        <p:nvSpPr>
          <p:cNvPr id="1793633161" name="Text Placeholder 3"/>
          <p:cNvSpPr>
            <a:spLocks noGrp="1"/>
          </p:cNvSpPr>
          <p:nvPr>
            <p:ph type="body" sz="half" idx="2"/>
          </p:nvPr>
        </p:nvSpPr>
        <p:spPr bwMode="auto">
          <a:xfrm>
            <a:off x="839787" y="2057400"/>
            <a:ext cx="3932236" cy="3811587"/>
          </a:xfr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r>
              <a:rPr/>
              <a:t>Click to edit Master text styles</a:t>
            </a:r>
            <a:endParaRPr/>
          </a:p>
        </p:txBody>
      </p:sp>
      <p:sp>
        <p:nvSpPr>
          <p:cNvPr id="1993941350" name="Picture Placeholder 2"/>
          <p:cNvSpPr>
            <a:spLocks noChangeAspect="1" noGrp="1"/>
          </p:cNvSpPr>
          <p:nvPr>
            <p:ph type="pic" idx="1"/>
          </p:nvPr>
        </p:nvSpPr>
        <p:spPr bwMode="auto">
          <a:xfrm flipH="0" flipV="0">
            <a:off x="5183186" y="457198"/>
            <a:ext cx="6172199" cy="540384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a:t>Click icon to add picture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bg>
      <p:bgPr shadeToTitle="0">
        <a:gradFill>
          <a:gsLst>
            <a:gs pos="0">
              <a:schemeClr val="accent2">
                <a:lumMod val="50000"/>
              </a:schemeClr>
            </a:gs>
            <a:gs pos="100000">
              <a:schemeClr val="tx2">
                <a:lumMod val="50000"/>
              </a:schemeClr>
            </a:gs>
          </a:gsLst>
          <a:lin ang="0" scaled="1"/>
        </a:gradFill>
      </p:bgPr>
    </p:bg>
    <p:spTree>
      <p:nvGrpSpPr>
        <p:cNvPr id="1" name=""/>
        <p:cNvGrpSpPr/>
        <p:nvPr/>
      </p:nvGrpSpPr>
      <p:grpSpPr bwMode="auto">
        <a:xfrm>
          <a:off x="0" y="0"/>
          <a:ext cx="0" cy="0"/>
          <a:chOff x="0" y="0"/>
          <a:chExt cx="0" cy="0"/>
        </a:xfrm>
      </p:grpSpPr>
      <p:pic>
        <p:nvPicPr>
          <p:cNvPr id="959724292" name=""/>
          <p:cNvPicPr>
            <a:picLocks noChangeAspect="1"/>
          </p:cNvPicPr>
          <p:nvPr/>
        </p:nvPicPr>
        <p:blipFill rotWithShape="1">
          <a:blip r:embed="rId2">
            <a:alphaModFix amt="49999"/>
          </a:blip>
          <a:stretch/>
        </p:blipFill>
        <p:spPr bwMode="auto">
          <a:xfrm flipH="0" flipV="0">
            <a:off x="3430947" y="0"/>
            <a:ext cx="8915397" cy="6229350"/>
          </a:xfrm>
          <a:prstGeom prst="rect">
            <a:avLst/>
          </a:prstGeom>
          <a:ln w="12700">
            <a:noFill/>
          </a:ln>
        </p:spPr>
      </p:pic>
      <p:sp>
        <p:nvSpPr>
          <p:cNvPr id="160961574" name="Title 1"/>
          <p:cNvSpPr>
            <a:spLocks noGrp="1"/>
          </p:cNvSpPr>
          <p:nvPr>
            <p:ph type="title"/>
          </p:nvPr>
        </p:nvSpPr>
        <p:spPr bwMode="auto">
          <a:xfrm rot="0" flipH="0" flipV="0">
            <a:off x="841246" y="3429000"/>
            <a:ext cx="7312150" cy="1325561"/>
          </a:xfrm>
        </p:spPr>
        <p:txBody>
          <a:bodyPr/>
          <a:lstStyle/>
          <a:p>
            <a:pPr>
              <a:defRPr/>
            </a:pPr>
            <a:r>
              <a:rPr/>
              <a:t>Click to edit Master title style</a:t>
            </a:r>
            <a:endParaRPr/>
          </a:p>
        </p:txBody>
      </p:sp>
      <p:sp>
        <p:nvSpPr>
          <p:cNvPr id="1248544798" name="Date Placeholder 2"/>
          <p:cNvSpPr>
            <a:spLocks noGrp="1"/>
          </p:cNvSpPr>
          <p:nvPr>
            <p:ph type="dt" sz="half" idx="10"/>
          </p:nvPr>
        </p:nvSpPr>
        <p:spPr bwMode="auto"/>
        <p:txBody>
          <a:bodyPr/>
          <a:lstStyle/>
          <a:p>
            <a:pPr>
              <a:defRPr/>
            </a:pPr>
            <a:fld id="{BCC18F51-09EC-435C-A3BA-64A766E099C0}" type="datetimeFigureOut">
              <a:rPr/>
              <a:t>30.10.2013</a:t>
            </a:fld>
            <a:endParaRPr/>
          </a:p>
        </p:txBody>
      </p:sp>
      <p:sp>
        <p:nvSpPr>
          <p:cNvPr id="1463344595" name="Footer Placeholder 3"/>
          <p:cNvSpPr>
            <a:spLocks noGrp="1"/>
          </p:cNvSpPr>
          <p:nvPr>
            <p:ph type="ftr" sz="quarter" idx="11"/>
          </p:nvPr>
        </p:nvSpPr>
        <p:spPr bwMode="auto"/>
        <p:txBody>
          <a:bodyPr/>
          <a:lstStyle/>
          <a:p>
            <a:pPr>
              <a:defRPr/>
            </a:pPr>
            <a:endParaRPr/>
          </a:p>
        </p:txBody>
      </p:sp>
      <p:sp>
        <p:nvSpPr>
          <p:cNvPr id="1136288481" name="Slide Number Placeholder 4"/>
          <p:cNvSpPr>
            <a:spLocks noGrp="1"/>
          </p:cNvSpPr>
          <p:nvPr>
            <p:ph type="sldNum" sz="quarter" idx="12"/>
          </p:nvPr>
        </p:nvSpPr>
        <p:spPr bwMode="auto"/>
        <p:txBody>
          <a:bodyPr/>
          <a:lstStyle/>
          <a:p>
            <a:pPr>
              <a:defRPr/>
            </a:pPr>
            <a:fld id="{08395586-F03A-48D1-94DF-16B239DF4FB5}" type="slidenum">
              <a:rPr/>
              <a:t>‹#›</a:t>
            </a:fld>
            <a:endParaRPr/>
          </a:p>
        </p:txBody>
      </p:sp>
      <p:sp>
        <p:nvSpPr>
          <p:cNvPr id="965198075" name="Shape 1998852806"/>
          <p:cNvSpPr/>
          <p:nvPr/>
        </p:nvSpPr>
        <p:spPr bwMode="auto">
          <a:xfrm rot="0" flipH="0" flipV="0">
            <a:off x="0" y="0"/>
            <a:ext cx="12198092" cy="6858000"/>
          </a:xfrm>
          <a:custGeom>
            <a:avLst/>
            <a:gdLst/>
            <a:ahLst/>
            <a:cxnLst/>
            <a:rect l="0" t="0" r="r" b="b"/>
            <a:pathLst>
              <a:path w="11974958" h="6661194" fill="norm" stroke="1" extrusionOk="0">
                <a:moveTo>
                  <a:pt x="0" y="0"/>
                </a:moveTo>
                <a:cubicBezTo>
                  <a:pt x="0" y="0"/>
                  <a:pt x="11974958" y="0"/>
                  <a:pt x="11974958" y="0"/>
                </a:cubicBezTo>
                <a:cubicBezTo>
                  <a:pt x="11974958" y="0"/>
                  <a:pt x="11974957" y="6468203"/>
                  <a:pt x="11974957" y="6468203"/>
                </a:cubicBezTo>
                <a:cubicBezTo>
                  <a:pt x="11189698" y="6783155"/>
                  <a:pt x="9699108" y="6748947"/>
                  <a:pt x="9038579" y="6092750"/>
                </a:cubicBezTo>
                <a:cubicBezTo>
                  <a:pt x="8056839" y="5118385"/>
                  <a:pt x="8542376" y="4134151"/>
                  <a:pt x="8300730" y="3409738"/>
                </a:cubicBezTo>
                <a:cubicBezTo>
                  <a:pt x="8005759" y="2537759"/>
                  <a:pt x="6937295" y="2580626"/>
                  <a:pt x="5040890" y="2631665"/>
                </a:cubicBezTo>
                <a:cubicBezTo>
                  <a:pt x="2519743" y="2568136"/>
                  <a:pt x="0" y="923943"/>
                  <a:pt x="0" y="0"/>
                </a:cubicBezTo>
                <a:close/>
              </a:path>
            </a:pathLst>
          </a:custGeom>
          <a:gradFill>
            <a:gsLst>
              <a:gs pos="0">
                <a:schemeClr val="accent1">
                  <a:lumMod val="50000"/>
                  <a:alpha val="30000"/>
                </a:schemeClr>
              </a:gs>
              <a:gs pos="15000">
                <a:schemeClr val="accent3">
                  <a:lumMod val="75000"/>
                  <a:alpha val="30000"/>
                </a:schemeClr>
              </a:gs>
              <a:gs pos="32000">
                <a:schemeClr val="accent2">
                  <a:lumMod val="50000"/>
                  <a:alpha val="30000"/>
                </a:schemeClr>
              </a:gs>
              <a:gs pos="69000">
                <a:schemeClr val="accent2">
                  <a:lumMod val="50000"/>
                  <a:alpha val="30000"/>
                </a:schemeClr>
              </a:gs>
              <a:gs pos="96000">
                <a:schemeClr val="bg2">
                  <a:lumMod val="10000"/>
                  <a:alpha val="30000"/>
                </a:schemeClr>
              </a:gs>
            </a:gsLst>
            <a:lin ang="20400000" scaled="1"/>
          </a:gradFill>
          <a:ln w="12700" cap="flat" cmpd="sng" algn="ctr">
            <a:noFill/>
            <a:prstDash val="solid"/>
            <a:miter lim="800000"/>
          </a:ln>
        </p:spPr>
      </p:sp>
      <p:sp>
        <p:nvSpPr>
          <p:cNvPr id="873988737" name=""/>
          <p:cNvSpPr/>
          <p:nvPr/>
        </p:nvSpPr>
        <p:spPr bwMode="auto">
          <a:xfrm flipH="0" flipV="0">
            <a:off x="3668729" y="0"/>
            <a:ext cx="8523264"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31999"/>
                </a:schemeClr>
              </a:gs>
              <a:gs pos="19000">
                <a:schemeClr val="accent2">
                  <a:lumMod val="50000"/>
                  <a:alpha val="31999"/>
                </a:schemeClr>
              </a:gs>
              <a:gs pos="31000">
                <a:schemeClr val="accent3">
                  <a:lumMod val="75000"/>
                  <a:alpha val="31999"/>
                </a:schemeClr>
              </a:gs>
              <a:gs pos="53000">
                <a:schemeClr val="accent2">
                  <a:lumMod val="50000"/>
                  <a:alpha val="31999"/>
                </a:schemeClr>
              </a:gs>
              <a:gs pos="80000">
                <a:schemeClr val="accent2">
                  <a:lumMod val="50000"/>
                  <a:alpha val="31999"/>
                </a:schemeClr>
              </a:gs>
              <a:gs pos="100000">
                <a:schemeClr val="tx2">
                  <a:lumMod val="75000"/>
                  <a:alpha val="31999"/>
                </a:schemeClr>
              </a:gs>
            </a:gsLst>
            <a:lin ang="19200000" scaled="1"/>
          </a:gradFill>
          <a:ln w="12700" cap="flat" cmpd="sng" algn="ctr">
            <a:noFill/>
            <a:prstDash val="solid"/>
            <a:miter lim="800000"/>
          </a:ln>
        </p:spPr>
      </p:sp>
      <p:sp>
        <p:nvSpPr>
          <p:cNvPr id="773209626" name=""/>
          <p:cNvSpPr/>
          <p:nvPr/>
        </p:nvSpPr>
        <p:spPr bwMode="auto">
          <a:xfrm rot="1608855" flipH="0" flipV="0">
            <a:off x="522935" y="1578480"/>
            <a:ext cx="630525" cy="630525"/>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93117010" name=""/>
          <p:cNvSpPr/>
          <p:nvPr/>
        </p:nvSpPr>
        <p:spPr bwMode="auto">
          <a:xfrm rot="17382832" flipH="0" flipV="0">
            <a:off x="1318345" y="2482165"/>
            <a:ext cx="405916" cy="40591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754655785" name="Date Placeholder 1"/>
          <p:cNvSpPr>
            <a:spLocks noGrp="1"/>
          </p:cNvSpPr>
          <p:nvPr>
            <p:ph type="dt" sz="half" idx="10"/>
          </p:nvPr>
        </p:nvSpPr>
        <p:spPr bwMode="auto"/>
        <p:txBody>
          <a:bodyPr/>
          <a:lstStyle/>
          <a:p>
            <a:pPr>
              <a:defRPr/>
            </a:pPr>
            <a:fld id="{BCC18F51-09EC-435C-A3BA-64A766E099C0}" type="datetimeFigureOut">
              <a:rPr/>
              <a:t>30.10.2013</a:t>
            </a:fld>
            <a:endParaRPr/>
          </a:p>
        </p:txBody>
      </p:sp>
      <p:sp>
        <p:nvSpPr>
          <p:cNvPr id="975502295" name="Footer Placeholder 2"/>
          <p:cNvSpPr>
            <a:spLocks noGrp="1"/>
          </p:cNvSpPr>
          <p:nvPr>
            <p:ph type="ftr" sz="quarter" idx="11"/>
          </p:nvPr>
        </p:nvSpPr>
        <p:spPr bwMode="auto"/>
        <p:txBody>
          <a:bodyPr/>
          <a:lstStyle/>
          <a:p>
            <a:pPr>
              <a:defRPr/>
            </a:pPr>
            <a:endParaRPr/>
          </a:p>
        </p:txBody>
      </p:sp>
      <p:sp>
        <p:nvSpPr>
          <p:cNvPr id="1206750101" name="Slide Number Placeholder 3"/>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21483688" name="Title 1"/>
          <p:cNvSpPr>
            <a:spLocks noGrp="1"/>
          </p:cNvSpPr>
          <p:nvPr>
            <p:ph type="title"/>
          </p:nvPr>
        </p:nvSpPr>
        <p:spPr bwMode="auto">
          <a:xfrm>
            <a:off x="839787" y="457200"/>
            <a:ext cx="3932236" cy="1600200"/>
          </a:xfrm>
        </p:spPr>
        <p:txBody>
          <a:bodyPr anchor="b"/>
          <a:lstStyle>
            <a:lvl1pPr>
              <a:defRPr sz="40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a:defRPr/>
            </a:pPr>
            <a:r>
              <a:rPr/>
              <a:t>Click to edit Master title style</a:t>
            </a:r>
            <a:endParaRPr/>
          </a:p>
        </p:txBody>
      </p:sp>
      <p:sp>
        <p:nvSpPr>
          <p:cNvPr id="643921067" name="Content Placeholder 2"/>
          <p:cNvSpPr>
            <a:spLocks noGrp="1"/>
          </p:cNvSpPr>
          <p:nvPr>
            <p:ph idx="1"/>
          </p:nvPr>
        </p:nvSpPr>
        <p:spPr bwMode="auto">
          <a:xfrm flipH="0" flipV="0">
            <a:off x="5183186" y="457198"/>
            <a:ext cx="6172199" cy="540384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90114944" name="Text Placeholder 3"/>
          <p:cNvSpPr>
            <a:spLocks noGrp="1"/>
          </p:cNvSpPr>
          <p:nvPr>
            <p:ph type="body" sz="half" idx="2"/>
          </p:nvPr>
        </p:nvSpPr>
        <p:spPr bwMode="auto">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a:t>Click to edit Master text styles</a:t>
            </a:r>
            <a:endParaRPr/>
          </a:p>
        </p:txBody>
      </p:sp>
      <p:sp>
        <p:nvSpPr>
          <p:cNvPr id="962458075"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966495551" name="Footer Placeholder 5"/>
          <p:cNvSpPr>
            <a:spLocks noGrp="1"/>
          </p:cNvSpPr>
          <p:nvPr>
            <p:ph type="ftr" sz="quarter" idx="11"/>
          </p:nvPr>
        </p:nvSpPr>
        <p:spPr bwMode="auto"/>
        <p:txBody>
          <a:bodyPr/>
          <a:lstStyle/>
          <a:p>
            <a:pPr>
              <a:defRPr/>
            </a:pPr>
            <a:endParaRPr/>
          </a:p>
        </p:txBody>
      </p:sp>
      <p:sp>
        <p:nvSpPr>
          <p:cNvPr id="1881443509" name="Slide Number Placeholder 6"/>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33897905" name="Title 1"/>
          <p:cNvSpPr>
            <a:spLocks noGrp="1"/>
          </p:cNvSpPr>
          <p:nvPr>
            <p:ph type="title"/>
          </p:nvPr>
        </p:nvSpPr>
        <p:spPr bwMode="auto"/>
        <p:txBody>
          <a:bodyPr/>
          <a:lstStyle/>
          <a:p>
            <a:pPr>
              <a:defRPr/>
            </a:pPr>
            <a:r>
              <a:rPr/>
              <a:t>Click to edit Master title style</a:t>
            </a:r>
            <a:endParaRPr/>
          </a:p>
        </p:txBody>
      </p:sp>
      <p:sp>
        <p:nvSpPr>
          <p:cNvPr id="1163536143"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525314635"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1438183340" name="Footer Placeholder 4"/>
          <p:cNvSpPr>
            <a:spLocks noGrp="1"/>
          </p:cNvSpPr>
          <p:nvPr>
            <p:ph type="ftr" sz="quarter" idx="11"/>
          </p:nvPr>
        </p:nvSpPr>
        <p:spPr bwMode="auto"/>
        <p:txBody>
          <a:bodyPr/>
          <a:lstStyle/>
          <a:p>
            <a:pPr>
              <a:defRPr/>
            </a:pPr>
            <a:endParaRPr/>
          </a:p>
        </p:txBody>
      </p:sp>
      <p:sp>
        <p:nvSpPr>
          <p:cNvPr id="1771654677"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07324699" name="Vertical Title 1"/>
          <p:cNvSpPr>
            <a:spLocks noGrp="1"/>
          </p:cNvSpPr>
          <p:nvPr>
            <p:ph type="title" orient="vert"/>
          </p:nvPr>
        </p:nvSpPr>
        <p:spPr bwMode="auto">
          <a:xfrm>
            <a:off x="8724899" y="365124"/>
            <a:ext cx="2628899" cy="5811837"/>
          </a:xfrm>
        </p:spPr>
        <p:txBody>
          <a:bodyPr vert="eaVert"/>
          <a:lstStyle/>
          <a:p>
            <a:pPr>
              <a:defRPr/>
            </a:pPr>
            <a:r>
              <a:rPr/>
              <a:t>Click to edit Master title style</a:t>
            </a:r>
            <a:endParaRPr/>
          </a:p>
        </p:txBody>
      </p:sp>
      <p:sp>
        <p:nvSpPr>
          <p:cNvPr id="797188853" name="Vertical Text Placeholder 2"/>
          <p:cNvSpPr>
            <a:spLocks noGrp="1"/>
          </p:cNvSpPr>
          <p:nvPr>
            <p:ph type="body" orient="vert" idx="1"/>
          </p:nvPr>
        </p:nvSpPr>
        <p:spPr bwMode="auto">
          <a:xfrm>
            <a:off x="838199" y="365124"/>
            <a:ext cx="7734299" cy="5811837"/>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481187748"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193443661" name="Footer Placeholder 4"/>
          <p:cNvSpPr>
            <a:spLocks noGrp="1"/>
          </p:cNvSpPr>
          <p:nvPr>
            <p:ph type="ftr" sz="quarter" idx="11"/>
          </p:nvPr>
        </p:nvSpPr>
        <p:spPr bwMode="auto"/>
        <p:txBody>
          <a:bodyPr/>
          <a:lstStyle/>
          <a:p>
            <a:pPr>
              <a:defRPr/>
            </a:pPr>
            <a:endParaRPr/>
          </a:p>
        </p:txBody>
      </p:sp>
      <p:sp>
        <p:nvSpPr>
          <p:cNvPr id="350333009"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gradFill>
          <a:gsLst>
            <a:gs pos="0">
              <a:schemeClr val="accent2">
                <a:lumMod val="50000"/>
              </a:schemeClr>
            </a:gs>
            <a:gs pos="100000">
              <a:schemeClr val="tx2">
                <a:lumMod val="50000"/>
              </a:schemeClr>
            </a:gs>
          </a:gsLst>
          <a:lin ang="2700000" scaled="1"/>
        </a:gradFill>
      </p:bgPr>
    </p:bg>
    <p:spTree>
      <p:nvGrpSpPr>
        <p:cNvPr id="1" name=""/>
        <p:cNvGrpSpPr/>
        <p:nvPr/>
      </p:nvGrpSpPr>
      <p:grpSpPr bwMode="auto">
        <a:xfrm>
          <a:off x="0" y="0"/>
          <a:ext cx="0" cy="0"/>
          <a:chOff x="0" y="0"/>
          <a:chExt cx="0" cy="0"/>
        </a:xfrm>
      </p:grpSpPr>
      <p:sp>
        <p:nvSpPr>
          <p:cNvPr id="1000169655" name="Title Placeholder 1"/>
          <p:cNvSpPr>
            <a:spLocks noGrp="1"/>
          </p:cNvSpPr>
          <p:nvPr>
            <p:ph type="title"/>
          </p:nvPr>
        </p:nvSpPr>
        <p:spPr bwMode="auto">
          <a:xfrm>
            <a:off x="838199" y="365124"/>
            <a:ext cx="10515598" cy="1325562"/>
          </a:xfrm>
          <a:prstGeom prst="rect">
            <a:avLst/>
          </a:prstGeom>
        </p:spPr>
        <p:txBody>
          <a:bodyPr vert="horz" lIns="91440" tIns="45720" rIns="91440" bIns="45720" rtlCol="0" anchor="ctr">
            <a:normAutofit/>
          </a:bodyPr>
          <a:lstStyle>
            <a:lvl1pPr>
              <a:defRPr sz="4000">
                <a:solidFill>
                  <a:schemeClr val="bg1">
                    <a:lumMod val="95000"/>
                  </a:schemeClr>
                </a:solidFill>
              </a:defRPr>
            </a:lvl1pPr>
            <a:lvl2pPr>
              <a:defRPr sz="4000">
                <a:solidFill>
                  <a:schemeClr val="bg1">
                    <a:lumMod val="95000"/>
                  </a:schemeClr>
                </a:solidFill>
              </a:defRPr>
            </a:lvl2pPr>
            <a:lvl3pPr>
              <a:defRPr sz="4000">
                <a:solidFill>
                  <a:schemeClr val="bg1">
                    <a:lumMod val="95000"/>
                  </a:schemeClr>
                </a:solidFill>
              </a:defRPr>
            </a:lvl3pPr>
            <a:lvl4pPr>
              <a:defRPr sz="4000">
                <a:solidFill>
                  <a:schemeClr val="bg1">
                    <a:lumMod val="95000"/>
                  </a:schemeClr>
                </a:solidFill>
              </a:defRPr>
            </a:lvl4pPr>
            <a:lvl5pPr>
              <a:defRPr sz="4000">
                <a:solidFill>
                  <a:schemeClr val="bg1">
                    <a:lumMod val="95000"/>
                  </a:schemeClr>
                </a:solidFill>
              </a:defRPr>
            </a:lvl5pPr>
            <a:lvl6pPr>
              <a:defRPr sz="4000">
                <a:solidFill>
                  <a:schemeClr val="bg1">
                    <a:lumMod val="95000"/>
                  </a:schemeClr>
                </a:solidFill>
              </a:defRPr>
            </a:lvl6pPr>
            <a:lvl7pPr>
              <a:defRPr sz="4000">
                <a:solidFill>
                  <a:schemeClr val="bg1">
                    <a:lumMod val="95000"/>
                  </a:schemeClr>
                </a:solidFill>
              </a:defRPr>
            </a:lvl7pPr>
            <a:lvl8pPr>
              <a:defRPr sz="4000">
                <a:solidFill>
                  <a:schemeClr val="bg1">
                    <a:lumMod val="95000"/>
                  </a:schemeClr>
                </a:solidFill>
              </a:defRPr>
            </a:lvl8pPr>
            <a:lvl9pPr>
              <a:defRPr sz="4000">
                <a:solidFill>
                  <a:schemeClr val="bg1">
                    <a:lumMod val="95000"/>
                  </a:schemeClr>
                </a:solidFill>
              </a:defRPr>
            </a:lvl9pPr>
          </a:lstStyle>
          <a:p>
            <a:pPr>
              <a:defRPr/>
            </a:pPr>
            <a:r>
              <a:rPr/>
              <a:t>Click to edit Master title style</a:t>
            </a:r>
            <a:endParaRPr/>
          </a:p>
        </p:txBody>
      </p:sp>
      <p:sp>
        <p:nvSpPr>
          <p:cNvPr id="472478460" name="Text Placeholder 2"/>
          <p:cNvSpPr>
            <a:spLocks noGrp="1"/>
          </p:cNvSpPr>
          <p:nvPr>
            <p:ph type="body" idx="1"/>
          </p:nvPr>
        </p:nvSpPr>
        <p:spPr bwMode="auto">
          <a:xfrm>
            <a:off x="838199" y="1825624"/>
            <a:ext cx="10515598" cy="4351338"/>
          </a:xfrm>
          <a:prstGeom prst="rect">
            <a:avLst/>
          </a:prstGeom>
        </p:spPr>
        <p:txBody>
          <a:bodyPr vert="horz" lIns="91440" tIns="45720" rIns="91440" bIns="45720" rtlCol="0">
            <a:normAutofit/>
          </a:bodyPr>
          <a:lstStyle>
            <a:lvl1pPr>
              <a:defRPr sz="2400">
                <a:solidFill>
                  <a:schemeClr val="bg1">
                    <a:lumMod val="95000"/>
                  </a:schemeClr>
                </a:solidFill>
              </a:defRPr>
            </a:lvl1pPr>
            <a:lvl2pPr>
              <a:defRPr sz="2000">
                <a:solidFill>
                  <a:schemeClr val="bg1">
                    <a:lumMod val="95000"/>
                  </a:schemeClr>
                </a:solidFill>
              </a:defRPr>
            </a:lvl2pPr>
            <a:lvl3pPr>
              <a:defRPr sz="1800">
                <a:solidFill>
                  <a:schemeClr val="bg1">
                    <a:lumMod val="95000"/>
                  </a:schemeClr>
                </a:solidFill>
              </a:defRPr>
            </a:lvl3pPr>
            <a:lvl4pPr>
              <a:defRPr sz="1600">
                <a:solidFill>
                  <a:schemeClr val="bg1">
                    <a:lumMod val="95000"/>
                  </a:schemeClr>
                </a:solidFill>
              </a:defRPr>
            </a:lvl4pPr>
            <a:lvl5pPr>
              <a:defRPr sz="1400">
                <a:solidFill>
                  <a:schemeClr val="bg1">
                    <a:lumMod val="95000"/>
                  </a:schemeClr>
                </a:solidFill>
              </a:defRPr>
            </a:lvl5pPr>
            <a:lvl6pPr>
              <a:defRPr>
                <a:solidFill>
                  <a:schemeClr val="bg1">
                    <a:lumMod val="95000"/>
                  </a:schemeClr>
                </a:solidFill>
              </a:defRPr>
            </a:lvl6pPr>
            <a:lvl7pPr>
              <a:defRPr>
                <a:solidFill>
                  <a:schemeClr val="bg1">
                    <a:lumMod val="95000"/>
                  </a:schemeClr>
                </a:solidFill>
              </a:defRPr>
            </a:lvl7pPr>
            <a:lvl8pPr>
              <a:defRPr>
                <a:solidFill>
                  <a:schemeClr val="bg1">
                    <a:lumMod val="95000"/>
                  </a:schemeClr>
                </a:solidFill>
              </a:defRPr>
            </a:lvl8pPr>
            <a:lvl9pPr>
              <a:defRPr>
                <a:solidFill>
                  <a:schemeClr val="bg1">
                    <a:lumMod val="95000"/>
                  </a:schemeClr>
                </a:solidFill>
              </a:defRPr>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873120194" name="Date Placeholder 3"/>
          <p:cNvSpPr>
            <a:spLocks noGrp="1"/>
          </p:cNvSpPr>
          <p:nvPr>
            <p:ph type="dt" sz="half" idx="2"/>
          </p:nvPr>
        </p:nvSpPr>
        <p:spPr bwMode="auto">
          <a:xfrm>
            <a:off x="838199" y="6356349"/>
            <a:ext cx="2743199" cy="36512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a:t>30.10.2013</a:t>
            </a:fld>
            <a:endParaRPr/>
          </a:p>
        </p:txBody>
      </p:sp>
      <p:sp>
        <p:nvSpPr>
          <p:cNvPr id="1653290885" name="Footer Placeholder 4"/>
          <p:cNvSpPr>
            <a:spLocks noGrp="1"/>
          </p:cNvSpPr>
          <p:nvPr>
            <p:ph type="ftr" sz="quarter" idx="3"/>
          </p:nvPr>
        </p:nvSpPr>
        <p:spPr bwMode="auto">
          <a:xfrm>
            <a:off x="4038599" y="6356349"/>
            <a:ext cx="4114799"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043649636" name="Slide Number Placeholder 5"/>
          <p:cNvSpPr>
            <a:spLocks noGrp="1"/>
          </p:cNvSpPr>
          <p:nvPr>
            <p:ph type="sldNum" sz="quarter" idx="4"/>
          </p:nvPr>
        </p:nvSpPr>
        <p:spPr bwMode="auto">
          <a:xfrm>
            <a:off x="8610599" y="6356349"/>
            <a:ext cx="2743199" cy="36512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11827"/>
        </a:solidFill>
      </p:bgPr>
    </p:bg>
    <p:spTree>
      <p:nvGrpSpPr>
        <p:cNvPr id="1" name=""/>
        <p:cNvGrpSpPr/>
        <p:nvPr/>
      </p:nvGrpSpPr>
      <p:grpSpPr bwMode="auto">
        <a:xfrm>
          <a:off x="0" y="0"/>
          <a:ext cx="0" cy="0"/>
          <a:chOff x="0" y="0"/>
          <a:chExt cx="0" cy="0"/>
        </a:xfrm>
      </p:grpSpPr>
      <p:sp>
        <p:nvSpPr>
          <p:cNvPr id="607341118" name="TextBox 1"/>
          <p:cNvSpPr txBox="1"/>
          <p:nvPr/>
        </p:nvSpPr>
        <p:spPr bwMode="auto">
          <a:xfrm>
            <a:off x="2268119" y="914400"/>
            <a:ext cx="8302284" cy="591671"/>
          </a:xfrm>
          <a:prstGeom prst="rect">
            <a:avLst/>
          </a:prstGeom>
          <a:noFill/>
        </p:spPr>
        <p:txBody>
          <a:bodyPr wrap="none" lIns="36576" tIns="36576" rIns="36576" bIns="36576" anchor="t">
            <a:spAutoFit/>
          </a:bodyPr>
          <a:lstStyle/>
          <a:p>
            <a:pPr algn="ctr">
              <a:defRPr/>
            </a:pPr>
            <a:r>
              <a:rPr sz="3400" b="1">
                <a:solidFill>
                  <a:srgbClr val="FFFFFF"/>
                </a:solidFill>
                <a:latin typeface="Aptos"/>
              </a:rPr>
              <a:t>Web Programming for Sound and Music</a:t>
            </a:r>
            <a:endParaRPr/>
          </a:p>
        </p:txBody>
      </p:sp>
      <p:sp>
        <p:nvSpPr>
          <p:cNvPr id="2021908856" name="TextBox 3"/>
          <p:cNvSpPr txBox="1"/>
          <p:nvPr/>
        </p:nvSpPr>
        <p:spPr bwMode="auto">
          <a:xfrm>
            <a:off x="5738649" y="1506071"/>
            <a:ext cx="1361225" cy="256392"/>
          </a:xfrm>
          <a:prstGeom prst="rect">
            <a:avLst/>
          </a:prstGeom>
          <a:noFill/>
        </p:spPr>
        <p:txBody>
          <a:bodyPr wrap="none" lIns="36576" tIns="36576" rIns="36576" bIns="36576" anchor="t">
            <a:spAutoFit/>
          </a:bodyPr>
          <a:lstStyle/>
          <a:p>
            <a:pPr algn="l">
              <a:defRPr/>
            </a:pPr>
            <a:r>
              <a:rPr sz="1200" b="1">
                <a:solidFill>
                  <a:srgbClr val="0EA5E9"/>
                </a:solidFill>
                <a:latin typeface="Aptos"/>
              </a:rPr>
              <a:t>Progetto Track #2</a:t>
            </a:r>
            <a:endParaRPr/>
          </a:p>
        </p:txBody>
      </p:sp>
      <p:sp>
        <p:nvSpPr>
          <p:cNvPr id="1197342806" name="TextBox 4"/>
          <p:cNvSpPr txBox="1"/>
          <p:nvPr/>
        </p:nvSpPr>
        <p:spPr bwMode="auto">
          <a:xfrm>
            <a:off x="3586903" y="6109895"/>
            <a:ext cx="5664717" cy="347831"/>
          </a:xfrm>
          <a:prstGeom prst="rect">
            <a:avLst/>
          </a:prstGeom>
          <a:noFill/>
        </p:spPr>
        <p:txBody>
          <a:bodyPr wrap="none" lIns="36576" tIns="36576" rIns="36576" bIns="36576" anchor="t">
            <a:spAutoFit/>
          </a:bodyPr>
          <a:lstStyle/>
          <a:p>
            <a:pPr algn="l">
              <a:defRPr/>
            </a:pPr>
            <a:r>
              <a:rPr sz="1800" b="0">
                <a:solidFill>
                  <a:srgbClr val="94A3B8"/>
                </a:solidFill>
                <a:latin typeface="Aptos"/>
              </a:rPr>
              <a:t>Riccardo Cambianica (mat. 53147A)  ·  A.A. 2025/2026</a:t>
            </a:r>
            <a:endParaRPr sz="1800"/>
          </a:p>
        </p:txBody>
      </p:sp>
      <p:pic>
        <p:nvPicPr>
          <p:cNvPr id="790081898" name=""/>
          <p:cNvPicPr>
            <a:picLocks noChangeAspect="1"/>
          </p:cNvPicPr>
          <p:nvPr/>
        </p:nvPicPr>
        <p:blipFill rotWithShape="1">
          <a:blip r:embed="rId3"/>
          <a:stretch/>
        </p:blipFill>
        <p:spPr bwMode="auto">
          <a:xfrm flipH="0" flipV="0">
            <a:off x="3723393" y="1876713"/>
            <a:ext cx="5391736" cy="404380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54316638" name="TextBox 1"/>
          <p:cNvSpPr txBox="1"/>
          <p:nvPr/>
        </p:nvSpPr>
        <p:spPr bwMode="auto">
          <a:xfrm>
            <a:off x="658368" y="310895"/>
            <a:ext cx="1626305"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01 · FLUSSO OPERATIVO</a:t>
            </a:r>
            <a:endParaRPr/>
          </a:p>
        </p:txBody>
      </p:sp>
      <p:sp>
        <p:nvSpPr>
          <p:cNvPr id="1888761898" name="TextBox 2"/>
          <p:cNvSpPr txBox="1"/>
          <p:nvPr/>
        </p:nvSpPr>
        <p:spPr bwMode="auto">
          <a:xfrm>
            <a:off x="658368" y="621791"/>
            <a:ext cx="3846908"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Dal segnale al file WAV</a:t>
            </a:r>
            <a:endParaRPr/>
          </a:p>
        </p:txBody>
      </p:sp>
      <p:sp>
        <p:nvSpPr>
          <p:cNvPr id="132186218"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9520653" name="Rounded Rectangle 4"/>
          <p:cNvSpPr/>
          <p:nvPr/>
        </p:nvSpPr>
        <p:spPr bwMode="auto">
          <a:xfrm>
            <a:off x="640080" y="1965960"/>
            <a:ext cx="173736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47294053" name="TextBox 5"/>
          <p:cNvSpPr txBox="1"/>
          <p:nvPr/>
        </p:nvSpPr>
        <p:spPr bwMode="auto">
          <a:xfrm>
            <a:off x="1069944" y="2075688"/>
            <a:ext cx="87834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INGRESSO</a:t>
            </a:r>
            <a:endParaRPr/>
          </a:p>
        </p:txBody>
      </p:sp>
      <p:sp>
        <p:nvSpPr>
          <p:cNvPr id="1276117096" name="TextBox 6"/>
          <p:cNvSpPr txBox="1"/>
          <p:nvPr/>
        </p:nvSpPr>
        <p:spPr bwMode="auto">
          <a:xfrm>
            <a:off x="1079932" y="2404872"/>
            <a:ext cx="858372"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file / microfono</a:t>
            </a:r>
            <a:endParaRPr/>
          </a:p>
        </p:txBody>
      </p:sp>
      <p:sp>
        <p:nvSpPr>
          <p:cNvPr id="696051745" name="Rectangle 7"/>
          <p:cNvSpPr/>
          <p:nvPr/>
        </p:nvSpPr>
        <p:spPr bwMode="auto">
          <a:xfrm>
            <a:off x="640080" y="1965960"/>
            <a:ext cx="17373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1300547563" name="Connector 8"/>
          <p:cNvCxnSpPr/>
          <p:nvPr/>
        </p:nvCxnSpPr>
        <p:spPr bwMode="auto">
          <a:xfrm>
            <a:off x="2377439" y="2487168"/>
            <a:ext cx="594361"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556217512" name="Rounded Rectangle 9"/>
          <p:cNvSpPr/>
          <p:nvPr/>
        </p:nvSpPr>
        <p:spPr bwMode="auto">
          <a:xfrm>
            <a:off x="2971800" y="1965960"/>
            <a:ext cx="173736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3159223" name="TextBox 10"/>
          <p:cNvSpPr txBox="1"/>
          <p:nvPr/>
        </p:nvSpPr>
        <p:spPr bwMode="auto">
          <a:xfrm>
            <a:off x="3363711" y="2075688"/>
            <a:ext cx="954256"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AudioBuffer</a:t>
            </a:r>
            <a:endParaRPr/>
          </a:p>
        </p:txBody>
      </p:sp>
      <p:sp>
        <p:nvSpPr>
          <p:cNvPr id="751599104" name="TextBox 11"/>
          <p:cNvSpPr txBox="1"/>
          <p:nvPr/>
        </p:nvSpPr>
        <p:spPr bwMode="auto">
          <a:xfrm>
            <a:off x="3106384" y="2404872"/>
            <a:ext cx="1468911"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rappresentazione comune</a:t>
            </a:r>
            <a:endParaRPr/>
          </a:p>
        </p:txBody>
      </p:sp>
      <p:sp>
        <p:nvSpPr>
          <p:cNvPr id="556998166" name="Rectangle 12"/>
          <p:cNvSpPr/>
          <p:nvPr/>
        </p:nvSpPr>
        <p:spPr bwMode="auto">
          <a:xfrm>
            <a:off x="2971800" y="1965960"/>
            <a:ext cx="173736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383998257" name="Connector 13"/>
          <p:cNvCxnSpPr/>
          <p:nvPr/>
        </p:nvCxnSpPr>
        <p:spPr bwMode="auto">
          <a:xfrm>
            <a:off x="4709160" y="2487168"/>
            <a:ext cx="59436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863140543" name="Rounded Rectangle 14"/>
          <p:cNvSpPr/>
          <p:nvPr/>
        </p:nvSpPr>
        <p:spPr bwMode="auto">
          <a:xfrm>
            <a:off x="5303520" y="1965960"/>
            <a:ext cx="173736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377394" name="TextBox 15"/>
          <p:cNvSpPr txBox="1"/>
          <p:nvPr/>
        </p:nvSpPr>
        <p:spPr bwMode="auto">
          <a:xfrm>
            <a:off x="5830827" y="2075688"/>
            <a:ext cx="683463"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ANALISI</a:t>
            </a:r>
            <a:endParaRPr/>
          </a:p>
        </p:txBody>
      </p:sp>
      <p:sp>
        <p:nvSpPr>
          <p:cNvPr id="1977954288" name="TextBox 16"/>
          <p:cNvSpPr txBox="1"/>
          <p:nvPr/>
        </p:nvSpPr>
        <p:spPr bwMode="auto">
          <a:xfrm>
            <a:off x="5424819" y="2404872"/>
            <a:ext cx="1495480"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sample rate · canali · peak</a:t>
            </a:r>
            <a:endParaRPr/>
          </a:p>
        </p:txBody>
      </p:sp>
      <p:sp>
        <p:nvSpPr>
          <p:cNvPr id="354363008" name="Rectangle 17"/>
          <p:cNvSpPr/>
          <p:nvPr/>
        </p:nvSpPr>
        <p:spPr bwMode="auto">
          <a:xfrm>
            <a:off x="5303520" y="1965960"/>
            <a:ext cx="17373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7147544" name="Connector 18"/>
          <p:cNvCxnSpPr/>
          <p:nvPr/>
        </p:nvCxnSpPr>
        <p:spPr bwMode="auto">
          <a:xfrm>
            <a:off x="7040879" y="2487168"/>
            <a:ext cx="594361"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581830861" name="Rounded Rectangle 19"/>
          <p:cNvSpPr/>
          <p:nvPr/>
        </p:nvSpPr>
        <p:spPr bwMode="auto">
          <a:xfrm>
            <a:off x="7635240" y="1965960"/>
            <a:ext cx="173736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375023" name="TextBox 20"/>
          <p:cNvSpPr txBox="1"/>
          <p:nvPr/>
        </p:nvSpPr>
        <p:spPr bwMode="auto">
          <a:xfrm>
            <a:off x="7959252" y="2075688"/>
            <a:ext cx="1090054"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PROCESSING</a:t>
            </a:r>
            <a:endParaRPr/>
          </a:p>
        </p:txBody>
      </p:sp>
      <p:sp>
        <p:nvSpPr>
          <p:cNvPr id="372643327" name="TextBox 21"/>
          <p:cNvSpPr txBox="1"/>
          <p:nvPr/>
        </p:nvSpPr>
        <p:spPr bwMode="auto">
          <a:xfrm>
            <a:off x="7967702" y="2404872"/>
            <a:ext cx="1073155"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catena DSP offline</a:t>
            </a:r>
            <a:endParaRPr/>
          </a:p>
        </p:txBody>
      </p:sp>
      <p:sp>
        <p:nvSpPr>
          <p:cNvPr id="2062171864" name="Rectangle 22"/>
          <p:cNvSpPr/>
          <p:nvPr/>
        </p:nvSpPr>
        <p:spPr bwMode="auto">
          <a:xfrm>
            <a:off x="7635240" y="1965960"/>
            <a:ext cx="17373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115959827" name="Connector 23"/>
          <p:cNvCxnSpPr/>
          <p:nvPr/>
        </p:nvCxnSpPr>
        <p:spPr bwMode="auto">
          <a:xfrm>
            <a:off x="9372600" y="2487168"/>
            <a:ext cx="59436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614389678" name="Rounded Rectangle 24"/>
          <p:cNvSpPr/>
          <p:nvPr/>
        </p:nvSpPr>
        <p:spPr bwMode="auto">
          <a:xfrm>
            <a:off x="9966960" y="1965960"/>
            <a:ext cx="173736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8642161" name="TextBox 25"/>
          <p:cNvSpPr txBox="1"/>
          <p:nvPr/>
        </p:nvSpPr>
        <p:spPr bwMode="auto">
          <a:xfrm>
            <a:off x="10485748" y="2075688"/>
            <a:ext cx="700503"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EXPORT</a:t>
            </a:r>
            <a:endParaRPr/>
          </a:p>
        </p:txBody>
      </p:sp>
      <p:sp>
        <p:nvSpPr>
          <p:cNvPr id="1200341119" name="TextBox 26"/>
          <p:cNvSpPr txBox="1"/>
          <p:nvPr/>
        </p:nvSpPr>
        <p:spPr bwMode="auto">
          <a:xfrm>
            <a:off x="10346519" y="2404872"/>
            <a:ext cx="978960"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WAV PCM 16 bit</a:t>
            </a:r>
            <a:endParaRPr/>
          </a:p>
        </p:txBody>
      </p:sp>
      <p:sp>
        <p:nvSpPr>
          <p:cNvPr id="794270621" name="Rectangle 27"/>
          <p:cNvSpPr/>
          <p:nvPr/>
        </p:nvSpPr>
        <p:spPr bwMode="auto">
          <a:xfrm>
            <a:off x="9966960" y="1965960"/>
            <a:ext cx="173736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3106151" name="Rounded Rectangle 31"/>
          <p:cNvSpPr/>
          <p:nvPr/>
        </p:nvSpPr>
        <p:spPr bwMode="auto">
          <a:xfrm>
            <a:off x="822960" y="4709160"/>
            <a:ext cx="3246120" cy="96012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90171659" name="Rectangle 32"/>
          <p:cNvSpPr/>
          <p:nvPr/>
        </p:nvSpPr>
        <p:spPr bwMode="auto">
          <a:xfrm>
            <a:off x="822960" y="4709160"/>
            <a:ext cx="54864"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3171698" name="TextBox 33"/>
          <p:cNvSpPr txBox="1"/>
          <p:nvPr/>
        </p:nvSpPr>
        <p:spPr bwMode="auto">
          <a:xfrm>
            <a:off x="987552" y="4837176"/>
            <a:ext cx="1440672"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Un’unica pipeline</a:t>
            </a:r>
            <a:endParaRPr/>
          </a:p>
        </p:txBody>
      </p:sp>
      <p:sp>
        <p:nvSpPr>
          <p:cNvPr id="282535710" name="TextBox 34"/>
          <p:cNvSpPr txBox="1"/>
          <p:nvPr/>
        </p:nvSpPr>
        <p:spPr bwMode="auto">
          <a:xfrm>
            <a:off x="915229" y="5212080"/>
            <a:ext cx="3116442" cy="225911"/>
          </a:xfrm>
          <a:prstGeom prst="rect">
            <a:avLst/>
          </a:prstGeom>
          <a:noFill/>
        </p:spPr>
        <p:txBody>
          <a:bodyPr wrap="none" lIns="36576" tIns="36576" rIns="36576" bIns="36576" anchor="t">
            <a:spAutoFit/>
          </a:bodyPr>
          <a:lstStyle/>
          <a:p>
            <a:pPr algn="l">
              <a:defRPr/>
            </a:pPr>
            <a:r>
              <a:rPr sz="1000" b="0">
                <a:solidFill>
                  <a:srgbClr val="475569"/>
                </a:solidFill>
                <a:latin typeface="Aptos"/>
              </a:rPr>
              <a:t>File e microfono convergono nello stesso AudioBuffer.</a:t>
            </a:r>
            <a:endParaRPr sz="1000"/>
          </a:p>
        </p:txBody>
      </p:sp>
      <p:sp>
        <p:nvSpPr>
          <p:cNvPr id="1335195964" name="Rounded Rectangle 35"/>
          <p:cNvSpPr/>
          <p:nvPr/>
        </p:nvSpPr>
        <p:spPr bwMode="auto">
          <a:xfrm>
            <a:off x="4480560" y="4709160"/>
            <a:ext cx="3246120" cy="96012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780040" name="Rectangle 36"/>
          <p:cNvSpPr/>
          <p:nvPr/>
        </p:nvSpPr>
        <p:spPr bwMode="auto">
          <a:xfrm>
            <a:off x="4480560" y="4709160"/>
            <a:ext cx="54864" cy="9601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7414917" name="TextBox 37"/>
          <p:cNvSpPr txBox="1"/>
          <p:nvPr/>
        </p:nvSpPr>
        <p:spPr bwMode="auto">
          <a:xfrm>
            <a:off x="4645152" y="4837176"/>
            <a:ext cx="1046480"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Separazione</a:t>
            </a:r>
            <a:endParaRPr/>
          </a:p>
        </p:txBody>
      </p:sp>
      <p:sp>
        <p:nvSpPr>
          <p:cNvPr id="1686376735" name="TextBox 38"/>
          <p:cNvSpPr txBox="1"/>
          <p:nvPr/>
        </p:nvSpPr>
        <p:spPr bwMode="auto">
          <a:xfrm flipH="0" flipV="0">
            <a:off x="4667917" y="5135878"/>
            <a:ext cx="2771536"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Waveform e playback originali/processati restano indipendenti.</a:t>
            </a:r>
            <a:endParaRPr sz="1000"/>
          </a:p>
        </p:txBody>
      </p:sp>
      <p:sp>
        <p:nvSpPr>
          <p:cNvPr id="150670167" name="Rounded Rectangle 39"/>
          <p:cNvSpPr/>
          <p:nvPr/>
        </p:nvSpPr>
        <p:spPr bwMode="auto">
          <a:xfrm>
            <a:off x="8138160" y="4709160"/>
            <a:ext cx="3246120" cy="96012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885116" name="Rectangle 40"/>
          <p:cNvSpPr/>
          <p:nvPr/>
        </p:nvSpPr>
        <p:spPr bwMode="auto">
          <a:xfrm>
            <a:off x="8138160" y="4709160"/>
            <a:ext cx="54864"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52518129" name="TextBox 41"/>
          <p:cNvSpPr txBox="1"/>
          <p:nvPr/>
        </p:nvSpPr>
        <p:spPr bwMode="auto">
          <a:xfrm>
            <a:off x="8302752" y="4837176"/>
            <a:ext cx="789316"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Obiettivo</a:t>
            </a:r>
            <a:endParaRPr/>
          </a:p>
        </p:txBody>
      </p:sp>
      <p:sp>
        <p:nvSpPr>
          <p:cNvPr id="533876217" name="TextBox 42"/>
          <p:cNvSpPr txBox="1"/>
          <p:nvPr/>
        </p:nvSpPr>
        <p:spPr bwMode="auto">
          <a:xfrm>
            <a:off x="8223435" y="5129784"/>
            <a:ext cx="3160843" cy="248771"/>
          </a:xfrm>
          <a:prstGeom prst="rect">
            <a:avLst/>
          </a:prstGeom>
          <a:noFill/>
        </p:spPr>
        <p:txBody>
          <a:bodyPr wrap="none" lIns="36576" tIns="36576" rIns="36576" bIns="36576" anchor="t">
            <a:spAutoFit/>
          </a:bodyPr>
          <a:lstStyle/>
          <a:p>
            <a:pPr algn="l">
              <a:defRPr/>
            </a:pPr>
            <a:r>
              <a:rPr sz="1150" b="0">
                <a:solidFill>
                  <a:srgbClr val="475569"/>
                </a:solidFill>
                <a:latin typeface="Aptos"/>
              </a:rPr>
              <a:t>Portare i </a:t>
            </a:r>
            <a:r>
              <a:rPr sz="1000" b="0">
                <a:solidFill>
                  <a:srgbClr val="475569"/>
                </a:solidFill>
                <a:latin typeface="Aptos"/>
              </a:rPr>
              <a:t>concetti </a:t>
            </a:r>
            <a:r>
              <a:rPr sz="1150" b="0">
                <a:solidFill>
                  <a:srgbClr val="475569"/>
                </a:solidFill>
                <a:latin typeface="Aptos"/>
              </a:rPr>
              <a:t>del corso in un flusso coerente.</a:t>
            </a:r>
            <a:endParaRPr/>
          </a:p>
        </p:txBody>
      </p:sp>
      <p:sp>
        <p:nvSpPr>
          <p:cNvPr id="152555712" name="TextBox 43"/>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77864446" name="TextBox 1"/>
          <p:cNvSpPr txBox="1"/>
          <p:nvPr/>
        </p:nvSpPr>
        <p:spPr bwMode="auto">
          <a:xfrm>
            <a:off x="658368" y="310895"/>
            <a:ext cx="1865915"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02 · STRUTTURA SOFTWARE</a:t>
            </a:r>
            <a:endParaRPr/>
          </a:p>
        </p:txBody>
      </p:sp>
      <p:sp>
        <p:nvSpPr>
          <p:cNvPr id="1240750992" name="TextBox 2"/>
          <p:cNvSpPr txBox="1"/>
          <p:nvPr/>
        </p:nvSpPr>
        <p:spPr bwMode="auto">
          <a:xfrm>
            <a:off x="658368" y="621791"/>
            <a:ext cx="6057329"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Architettura: responsabilità separate</a:t>
            </a:r>
            <a:endParaRPr/>
          </a:p>
        </p:txBody>
      </p:sp>
      <p:sp>
        <p:nvSpPr>
          <p:cNvPr id="34381090"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2227084" name="Rounded Rectangle 4"/>
          <p:cNvSpPr/>
          <p:nvPr/>
        </p:nvSpPr>
        <p:spPr bwMode="auto">
          <a:xfrm>
            <a:off x="914400" y="1691640"/>
            <a:ext cx="4754880" cy="566928"/>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52669489" name="TextBox 5"/>
          <p:cNvSpPr txBox="1"/>
          <p:nvPr/>
        </p:nvSpPr>
        <p:spPr bwMode="auto">
          <a:xfrm>
            <a:off x="2933425" y="1801366"/>
            <a:ext cx="717547"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UI / Viste</a:t>
            </a:r>
            <a:endParaRPr/>
          </a:p>
        </p:txBody>
      </p:sp>
      <p:sp>
        <p:nvSpPr>
          <p:cNvPr id="1463669726" name="TextBox 6"/>
          <p:cNvSpPr txBox="1"/>
          <p:nvPr/>
        </p:nvSpPr>
        <p:spPr bwMode="auto">
          <a:xfrm flipH="0" flipV="0">
            <a:off x="987550" y="2075688"/>
            <a:ext cx="4610014" cy="218291"/>
          </a:xfrm>
          <a:prstGeom prst="rect">
            <a:avLst/>
          </a:prstGeom>
          <a:noFill/>
        </p:spPr>
        <p:txBody>
          <a:bodyPr wrap="square" lIns="36576" tIns="36576" rIns="36576" bIns="36576" anchor="t">
            <a:spAutoFit/>
          </a:bodyPr>
          <a:lstStyle/>
          <a:p>
            <a:pPr algn="ctr">
              <a:defRPr/>
            </a:pPr>
            <a:r>
              <a:rPr sz="950" b="0">
                <a:solidFill>
                  <a:srgbClr val="475569"/>
                </a:solidFill>
                <a:latin typeface="Aptos"/>
              </a:rPr>
              <a:t>WaveSurferView · controlli · metriche</a:t>
            </a:r>
            <a:endParaRPr/>
          </a:p>
        </p:txBody>
      </p:sp>
      <p:sp>
        <p:nvSpPr>
          <p:cNvPr id="559703220" name="Rectangle 7"/>
          <p:cNvSpPr/>
          <p:nvPr/>
        </p:nvSpPr>
        <p:spPr bwMode="auto">
          <a:xfrm>
            <a:off x="914400" y="1691640"/>
            <a:ext cx="47548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8311466" name="Rounded Rectangle 8"/>
          <p:cNvSpPr/>
          <p:nvPr/>
        </p:nvSpPr>
        <p:spPr bwMode="auto">
          <a:xfrm>
            <a:off x="914400" y="2468880"/>
            <a:ext cx="4754880" cy="566928"/>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0785803" name="TextBox 9"/>
          <p:cNvSpPr txBox="1"/>
          <p:nvPr/>
        </p:nvSpPr>
        <p:spPr bwMode="auto">
          <a:xfrm>
            <a:off x="2891196" y="2578608"/>
            <a:ext cx="802006"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Controller</a:t>
            </a:r>
            <a:endParaRPr/>
          </a:p>
        </p:txBody>
      </p:sp>
      <p:sp>
        <p:nvSpPr>
          <p:cNvPr id="1062660741" name="TextBox 10"/>
          <p:cNvSpPr txBox="1"/>
          <p:nvPr/>
        </p:nvSpPr>
        <p:spPr bwMode="auto">
          <a:xfrm flipH="0" flipV="0">
            <a:off x="987550" y="2834639"/>
            <a:ext cx="4610014" cy="218291"/>
          </a:xfrm>
          <a:prstGeom prst="rect">
            <a:avLst/>
          </a:prstGeom>
          <a:noFill/>
        </p:spPr>
        <p:txBody>
          <a:bodyPr wrap="square" lIns="36576" tIns="36576" rIns="36576" bIns="36576" anchor="t">
            <a:spAutoFit/>
          </a:bodyPr>
          <a:lstStyle/>
          <a:p>
            <a:pPr algn="ctr">
              <a:defRPr/>
            </a:pPr>
            <a:r>
              <a:rPr sz="950" b="0">
                <a:solidFill>
                  <a:srgbClr val="475569"/>
                </a:solidFill>
                <a:latin typeface="Aptos"/>
              </a:rPr>
              <a:t>input · playback · processing · export</a:t>
            </a:r>
            <a:endParaRPr/>
          </a:p>
        </p:txBody>
      </p:sp>
      <p:sp>
        <p:nvSpPr>
          <p:cNvPr id="1315375399" name="Rectangle 11"/>
          <p:cNvSpPr/>
          <p:nvPr/>
        </p:nvSpPr>
        <p:spPr bwMode="auto">
          <a:xfrm>
            <a:off x="914400" y="2468880"/>
            <a:ext cx="47548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0599522" name="Rounded Rectangle 12"/>
          <p:cNvSpPr/>
          <p:nvPr/>
        </p:nvSpPr>
        <p:spPr bwMode="auto">
          <a:xfrm>
            <a:off x="914400" y="3246120"/>
            <a:ext cx="4754880" cy="566928"/>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633110" name="TextBox 13"/>
          <p:cNvSpPr txBox="1"/>
          <p:nvPr/>
        </p:nvSpPr>
        <p:spPr bwMode="auto">
          <a:xfrm>
            <a:off x="2713160" y="3355848"/>
            <a:ext cx="1158077"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Audio services</a:t>
            </a:r>
            <a:endParaRPr/>
          </a:p>
        </p:txBody>
      </p:sp>
      <p:sp>
        <p:nvSpPr>
          <p:cNvPr id="1546430012" name="TextBox 14"/>
          <p:cNvSpPr txBox="1"/>
          <p:nvPr/>
        </p:nvSpPr>
        <p:spPr bwMode="auto">
          <a:xfrm flipH="0" flipV="0">
            <a:off x="987550" y="3630168"/>
            <a:ext cx="4610014" cy="218291"/>
          </a:xfrm>
          <a:prstGeom prst="rect">
            <a:avLst/>
          </a:prstGeom>
          <a:noFill/>
        </p:spPr>
        <p:txBody>
          <a:bodyPr wrap="square" lIns="36576" tIns="36576" rIns="36576" bIns="36576" anchor="t">
            <a:spAutoFit/>
          </a:bodyPr>
          <a:lstStyle/>
          <a:p>
            <a:pPr algn="ctr">
              <a:defRPr/>
            </a:pPr>
            <a:r>
              <a:rPr sz="950" b="0">
                <a:solidFill>
                  <a:srgbClr val="475569"/>
                </a:solidFill>
                <a:latin typeface="Aptos"/>
              </a:rPr>
              <a:t>AudioContext · loader · recorder · player · renderer · WAV</a:t>
            </a:r>
            <a:endParaRPr/>
          </a:p>
        </p:txBody>
      </p:sp>
      <p:sp>
        <p:nvSpPr>
          <p:cNvPr id="188347340" name="Rectangle 15"/>
          <p:cNvSpPr/>
          <p:nvPr/>
        </p:nvSpPr>
        <p:spPr bwMode="auto">
          <a:xfrm>
            <a:off x="914400" y="3246120"/>
            <a:ext cx="475488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342124" name="Rounded Rectangle 16"/>
          <p:cNvSpPr/>
          <p:nvPr/>
        </p:nvSpPr>
        <p:spPr bwMode="auto">
          <a:xfrm>
            <a:off x="914400" y="4023360"/>
            <a:ext cx="4754880" cy="566928"/>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5047773" name="TextBox 17"/>
          <p:cNvSpPr txBox="1"/>
          <p:nvPr/>
        </p:nvSpPr>
        <p:spPr bwMode="auto">
          <a:xfrm>
            <a:off x="2721645" y="4133088"/>
            <a:ext cx="1141107"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DSP / Analysis</a:t>
            </a:r>
            <a:endParaRPr/>
          </a:p>
        </p:txBody>
      </p:sp>
      <p:sp>
        <p:nvSpPr>
          <p:cNvPr id="1529272131" name="TextBox 18"/>
          <p:cNvSpPr txBox="1"/>
          <p:nvPr/>
        </p:nvSpPr>
        <p:spPr bwMode="auto">
          <a:xfrm flipH="0" flipV="0">
            <a:off x="987550" y="4407408"/>
            <a:ext cx="4610014" cy="218291"/>
          </a:xfrm>
          <a:prstGeom prst="rect">
            <a:avLst/>
          </a:prstGeom>
          <a:noFill/>
        </p:spPr>
        <p:txBody>
          <a:bodyPr wrap="square" lIns="36576" tIns="36576" rIns="36576" bIns="36576" anchor="t">
            <a:spAutoFit/>
          </a:bodyPr>
          <a:lstStyle/>
          <a:p>
            <a:pPr algn="ctr">
              <a:defRPr/>
            </a:pPr>
            <a:r>
              <a:rPr sz="950" b="0">
                <a:solidFill>
                  <a:srgbClr val="475569"/>
                </a:solidFill>
                <a:latin typeface="Aptos"/>
              </a:rPr>
              <a:t>9 processori · peak analyzer · AudioInfo</a:t>
            </a:r>
            <a:endParaRPr/>
          </a:p>
        </p:txBody>
      </p:sp>
      <p:sp>
        <p:nvSpPr>
          <p:cNvPr id="2100539324" name="Rectangle 19"/>
          <p:cNvSpPr/>
          <p:nvPr/>
        </p:nvSpPr>
        <p:spPr bwMode="auto">
          <a:xfrm>
            <a:off x="914400" y="4023360"/>
            <a:ext cx="47548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1016949" name="Rounded Rectangle 20"/>
          <p:cNvSpPr/>
          <p:nvPr/>
        </p:nvSpPr>
        <p:spPr bwMode="auto">
          <a:xfrm>
            <a:off x="914400" y="4800600"/>
            <a:ext cx="4754880" cy="566928"/>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5452838" name="TextBox 21"/>
          <p:cNvSpPr txBox="1"/>
          <p:nvPr/>
        </p:nvSpPr>
        <p:spPr bwMode="auto">
          <a:xfrm>
            <a:off x="3064765" y="4910328"/>
            <a:ext cx="45486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Stato</a:t>
            </a:r>
            <a:endParaRPr/>
          </a:p>
        </p:txBody>
      </p:sp>
      <p:sp>
        <p:nvSpPr>
          <p:cNvPr id="1327913832" name="TextBox 22"/>
          <p:cNvSpPr txBox="1"/>
          <p:nvPr/>
        </p:nvSpPr>
        <p:spPr bwMode="auto">
          <a:xfrm flipH="0" flipV="0">
            <a:off x="987550" y="5184648"/>
            <a:ext cx="4610014" cy="218291"/>
          </a:xfrm>
          <a:prstGeom prst="rect">
            <a:avLst/>
          </a:prstGeom>
          <a:noFill/>
        </p:spPr>
        <p:txBody>
          <a:bodyPr wrap="square" lIns="36576" tIns="36576" rIns="36576" bIns="36576" anchor="t">
            <a:spAutoFit/>
          </a:bodyPr>
          <a:lstStyle/>
          <a:p>
            <a:pPr algn="ctr">
              <a:defRPr/>
            </a:pPr>
            <a:r>
              <a:rPr sz="950" b="0">
                <a:solidFill>
                  <a:srgbClr val="475569"/>
                </a:solidFill>
                <a:latin typeface="Aptos"/>
              </a:rPr>
              <a:t>buffer original/processato · metriche · settings</a:t>
            </a:r>
            <a:endParaRPr/>
          </a:p>
        </p:txBody>
      </p:sp>
      <p:sp>
        <p:nvSpPr>
          <p:cNvPr id="2133954526" name="Rectangle 23"/>
          <p:cNvSpPr/>
          <p:nvPr/>
        </p:nvSpPr>
        <p:spPr bwMode="auto">
          <a:xfrm>
            <a:off x="914400" y="4800600"/>
            <a:ext cx="47548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80496083" name="Rounded Rectangle 24"/>
          <p:cNvSpPr/>
          <p:nvPr/>
        </p:nvSpPr>
        <p:spPr bwMode="auto">
          <a:xfrm>
            <a:off x="6400800" y="1691640"/>
            <a:ext cx="480060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5119889" name="Rectangle 25"/>
          <p:cNvSpPr/>
          <p:nvPr/>
        </p:nvSpPr>
        <p:spPr bwMode="auto">
          <a:xfrm>
            <a:off x="6400800" y="1691640"/>
            <a:ext cx="54864"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6678989" name="TextBox 26"/>
          <p:cNvSpPr txBox="1"/>
          <p:nvPr/>
        </p:nvSpPr>
        <p:spPr bwMode="auto">
          <a:xfrm>
            <a:off x="6565392" y="1819656"/>
            <a:ext cx="1972968"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Principio di separazione</a:t>
            </a:r>
            <a:endParaRPr/>
          </a:p>
        </p:txBody>
      </p:sp>
      <p:sp>
        <p:nvSpPr>
          <p:cNvPr id="390097808" name="TextBox 27"/>
          <p:cNvSpPr txBox="1"/>
          <p:nvPr/>
        </p:nvSpPr>
        <p:spPr bwMode="auto">
          <a:xfrm flipH="0" flipV="0">
            <a:off x="6565392" y="2194558"/>
            <a:ext cx="4637446"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Il controller </a:t>
            </a:r>
            <a:r>
              <a:rPr sz="1000" b="0">
                <a:solidFill>
                  <a:srgbClr val="475569"/>
                </a:solidFill>
                <a:latin typeface="Aptos"/>
              </a:rPr>
              <a:t>coordina </a:t>
            </a:r>
            <a:r>
              <a:rPr sz="1000" b="0">
                <a:solidFill>
                  <a:srgbClr val="475569"/>
                </a:solidFill>
                <a:latin typeface="Aptos"/>
              </a:rPr>
              <a:t>i casi d’uso; i processori </a:t>
            </a:r>
            <a:r>
              <a:rPr sz="1000" b="0">
                <a:solidFill>
                  <a:srgbClr val="475569"/>
                </a:solidFill>
                <a:latin typeface="Aptos"/>
              </a:rPr>
              <a:t>contengono </a:t>
            </a:r>
            <a:r>
              <a:rPr sz="1000" b="0">
                <a:solidFill>
                  <a:srgbClr val="475569"/>
                </a:solidFill>
                <a:latin typeface="Aptos"/>
              </a:rPr>
              <a:t>la logica DSP; il renderer non conosce la UI.</a:t>
            </a:r>
            <a:endParaRPr sz="1000"/>
          </a:p>
        </p:txBody>
      </p:sp>
      <p:sp>
        <p:nvSpPr>
          <p:cNvPr id="979600233" name="Rounded Rectangle 28"/>
          <p:cNvSpPr/>
          <p:nvPr/>
        </p:nvSpPr>
        <p:spPr bwMode="auto">
          <a:xfrm>
            <a:off x="6400800" y="3063240"/>
            <a:ext cx="480060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1929567" name="Rectangle 29"/>
          <p:cNvSpPr/>
          <p:nvPr/>
        </p:nvSpPr>
        <p:spPr bwMode="auto">
          <a:xfrm>
            <a:off x="6400800" y="3063240"/>
            <a:ext cx="54864" cy="1143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23250948" name="TextBox 30"/>
          <p:cNvSpPr txBox="1"/>
          <p:nvPr/>
        </p:nvSpPr>
        <p:spPr bwMode="auto">
          <a:xfrm>
            <a:off x="6565392" y="3191256"/>
            <a:ext cx="2174749"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Rappresentazione comune</a:t>
            </a:r>
            <a:endParaRPr/>
          </a:p>
        </p:txBody>
      </p:sp>
      <p:sp>
        <p:nvSpPr>
          <p:cNvPr id="1595723426" name="TextBox 31"/>
          <p:cNvSpPr txBox="1"/>
          <p:nvPr/>
        </p:nvSpPr>
        <p:spPr bwMode="auto">
          <a:xfrm flipH="0" flipV="0">
            <a:off x="6510373" y="3527298"/>
            <a:ext cx="4583097"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Sia file sia registrazione vengono decodificati in AudioBuffer:</a:t>
            </a:r>
            <a:r>
              <a:rPr sz="1000" b="0">
                <a:solidFill>
                  <a:srgbClr val="475569"/>
                </a:solidFill>
                <a:latin typeface="Aptos"/>
              </a:rPr>
              <a:t> analisi, playback e processing non dipendono dalla sorgente.</a:t>
            </a:r>
            <a:endParaRPr/>
          </a:p>
        </p:txBody>
      </p:sp>
      <p:sp>
        <p:nvSpPr>
          <p:cNvPr id="462744617" name="Rounded Rectangle 32"/>
          <p:cNvSpPr/>
          <p:nvPr/>
        </p:nvSpPr>
        <p:spPr bwMode="auto">
          <a:xfrm>
            <a:off x="6400800" y="4434840"/>
            <a:ext cx="480060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141023" name="Rectangle 33"/>
          <p:cNvSpPr/>
          <p:nvPr/>
        </p:nvSpPr>
        <p:spPr bwMode="auto">
          <a:xfrm>
            <a:off x="6400800" y="4434840"/>
            <a:ext cx="54864" cy="1143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6064839" name="TextBox 34"/>
          <p:cNvSpPr txBox="1"/>
          <p:nvPr/>
        </p:nvSpPr>
        <p:spPr bwMode="auto">
          <a:xfrm>
            <a:off x="6565392" y="4562854"/>
            <a:ext cx="1660194"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WaveSurfer ≠ player</a:t>
            </a:r>
            <a:endParaRPr/>
          </a:p>
        </p:txBody>
      </p:sp>
      <p:sp>
        <p:nvSpPr>
          <p:cNvPr id="816219836" name="TextBox 35"/>
          <p:cNvSpPr txBox="1"/>
          <p:nvPr/>
        </p:nvSpPr>
        <p:spPr bwMode="auto">
          <a:xfrm flipH="0" flipV="0">
            <a:off x="6547566" y="4937757"/>
            <a:ext cx="4563831"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WaveSurfer.js visualizza waveform e seek; la riproduzione effettiva resta affidata ad AudioBufferSourceNode + Web Audio.</a:t>
            </a:r>
            <a:endParaRPr sz="1000"/>
          </a:p>
        </p:txBody>
      </p:sp>
      <p:sp>
        <p:nvSpPr>
          <p:cNvPr id="1895301006" name="TextBox 36"/>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57872407" name="TextBox 1"/>
          <p:cNvSpPr txBox="1"/>
          <p:nvPr/>
        </p:nvSpPr>
        <p:spPr bwMode="auto">
          <a:xfrm>
            <a:off x="658368" y="310895"/>
            <a:ext cx="2599934"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03 · ACQUISIZIONE, ANALISI, PLAYBACK</a:t>
            </a:r>
            <a:endParaRPr/>
          </a:p>
        </p:txBody>
      </p:sp>
      <p:sp>
        <p:nvSpPr>
          <p:cNvPr id="901548702" name="TextBox 2"/>
          <p:cNvSpPr txBox="1"/>
          <p:nvPr/>
        </p:nvSpPr>
        <p:spPr bwMode="auto">
          <a:xfrm>
            <a:off x="658368" y="621791"/>
            <a:ext cx="5447049"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Ingresso e confronto del segnale</a:t>
            </a:r>
            <a:endParaRPr/>
          </a:p>
        </p:txBody>
      </p:sp>
      <p:sp>
        <p:nvSpPr>
          <p:cNvPr id="1657933507"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1374757606" name="Picture 4" descr="image2.png"/>
          <p:cNvPicPr>
            <a:picLocks noChangeAspect="1"/>
          </p:cNvPicPr>
          <p:nvPr/>
        </p:nvPicPr>
        <p:blipFill rotWithShape="1">
          <a:blip r:embed="rId3"/>
          <a:stretch/>
        </p:blipFill>
        <p:spPr bwMode="auto">
          <a:xfrm>
            <a:off x="731520" y="1600200"/>
            <a:ext cx="6949440" cy="1496060"/>
          </a:xfrm>
          <a:prstGeom prst="rect">
            <a:avLst/>
          </a:prstGeom>
        </p:spPr>
      </p:pic>
      <p:sp>
        <p:nvSpPr>
          <p:cNvPr id="1773014424" name="Rounded Rectangle 5"/>
          <p:cNvSpPr/>
          <p:nvPr/>
        </p:nvSpPr>
        <p:spPr bwMode="auto">
          <a:xfrm>
            <a:off x="8001000" y="1600200"/>
            <a:ext cx="338328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16538621" name="Rectangle 6"/>
          <p:cNvSpPr/>
          <p:nvPr/>
        </p:nvSpPr>
        <p:spPr bwMode="auto">
          <a:xfrm>
            <a:off x="8001000" y="1600200"/>
            <a:ext cx="54864"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8254020" name="TextBox 7"/>
          <p:cNvSpPr txBox="1"/>
          <p:nvPr/>
        </p:nvSpPr>
        <p:spPr bwMode="auto">
          <a:xfrm>
            <a:off x="8165592" y="1728216"/>
            <a:ext cx="1991183"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Due sorgenti equivalenti</a:t>
            </a:r>
            <a:endParaRPr/>
          </a:p>
        </p:txBody>
      </p:sp>
      <p:sp>
        <p:nvSpPr>
          <p:cNvPr id="1762562586" name="TextBox 8"/>
          <p:cNvSpPr txBox="1"/>
          <p:nvPr/>
        </p:nvSpPr>
        <p:spPr bwMode="auto">
          <a:xfrm flipH="0" flipV="0">
            <a:off x="8165592" y="2103120"/>
            <a:ext cx="3045942"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WAV / MP3 / OGG oppure microfono tramite getUserMedia() + MediaRecorder.</a:t>
            </a:r>
            <a:endParaRPr sz="1000"/>
          </a:p>
        </p:txBody>
      </p:sp>
      <p:sp>
        <p:nvSpPr>
          <p:cNvPr id="1788231336" name="Rounded Rectangle 9"/>
          <p:cNvSpPr/>
          <p:nvPr/>
        </p:nvSpPr>
        <p:spPr bwMode="auto">
          <a:xfrm>
            <a:off x="8001000" y="2971800"/>
            <a:ext cx="338328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73359923" name="Rectangle 10"/>
          <p:cNvSpPr/>
          <p:nvPr/>
        </p:nvSpPr>
        <p:spPr bwMode="auto">
          <a:xfrm>
            <a:off x="8001000" y="2971800"/>
            <a:ext cx="54864" cy="1143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5180679" name="TextBox 11"/>
          <p:cNvSpPr txBox="1"/>
          <p:nvPr/>
        </p:nvSpPr>
        <p:spPr bwMode="auto">
          <a:xfrm>
            <a:off x="8165592" y="3099816"/>
            <a:ext cx="1477676"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Analisi immediata</a:t>
            </a:r>
            <a:endParaRPr/>
          </a:p>
        </p:txBody>
      </p:sp>
      <p:sp>
        <p:nvSpPr>
          <p:cNvPr id="1529830949" name="TextBox 12"/>
          <p:cNvSpPr txBox="1"/>
          <p:nvPr/>
        </p:nvSpPr>
        <p:spPr bwMode="auto">
          <a:xfrm flipH="0" flipV="0">
            <a:off x="8165590" y="3474720"/>
            <a:ext cx="3045222"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Durata, sample rate, canali, picco lineare e picco in dBFS.</a:t>
            </a:r>
            <a:endParaRPr sz="1000"/>
          </a:p>
        </p:txBody>
      </p:sp>
      <p:sp>
        <p:nvSpPr>
          <p:cNvPr id="666851904" name="Rounded Rectangle 13"/>
          <p:cNvSpPr/>
          <p:nvPr/>
        </p:nvSpPr>
        <p:spPr bwMode="auto">
          <a:xfrm>
            <a:off x="8001000" y="4343400"/>
            <a:ext cx="3383280" cy="11430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5274045" name="Rectangle 14"/>
          <p:cNvSpPr/>
          <p:nvPr/>
        </p:nvSpPr>
        <p:spPr bwMode="auto">
          <a:xfrm>
            <a:off x="8001000" y="4343400"/>
            <a:ext cx="54864" cy="1143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11407550" name="TextBox 15"/>
          <p:cNvSpPr txBox="1"/>
          <p:nvPr/>
        </p:nvSpPr>
        <p:spPr bwMode="auto">
          <a:xfrm>
            <a:off x="8165592" y="4471416"/>
            <a:ext cx="1450111"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Playback robusto</a:t>
            </a:r>
            <a:endParaRPr/>
          </a:p>
        </p:txBody>
      </p:sp>
      <p:sp>
        <p:nvSpPr>
          <p:cNvPr id="2049692677" name="TextBox 16"/>
          <p:cNvSpPr txBox="1"/>
          <p:nvPr/>
        </p:nvSpPr>
        <p:spPr bwMode="auto">
          <a:xfrm flipH="0" flipV="0">
            <a:off x="8165592" y="4846320"/>
            <a:ext cx="3156588" cy="530711"/>
          </a:xfrm>
          <a:prstGeom prst="rect">
            <a:avLst/>
          </a:prstGeom>
          <a:noFill/>
        </p:spPr>
        <p:txBody>
          <a:bodyPr wrap="square" lIns="36576" tIns="36576" rIns="36576" bIns="36576" anchor="t">
            <a:spAutoFit/>
          </a:bodyPr>
          <a:lstStyle/>
          <a:p>
            <a:pPr algn="l">
              <a:defRPr/>
            </a:pPr>
            <a:r>
              <a:rPr sz="1000" b="0">
                <a:solidFill>
                  <a:srgbClr val="475569"/>
                </a:solidFill>
                <a:latin typeface="Aptos"/>
              </a:rPr>
              <a:t>AudioBufferSourceNode è monouso: ogni play/seek crea una nuova sorgente e conserva l’offset (se presente).</a:t>
            </a:r>
            <a:endParaRPr sz="1000"/>
          </a:p>
        </p:txBody>
      </p:sp>
      <p:sp>
        <p:nvSpPr>
          <p:cNvPr id="626284178" name="TextBox 17"/>
          <p:cNvSpPr txBox="1"/>
          <p:nvPr/>
        </p:nvSpPr>
        <p:spPr bwMode="auto">
          <a:xfrm>
            <a:off x="978767" y="4297500"/>
            <a:ext cx="6515026" cy="347831"/>
          </a:xfrm>
          <a:prstGeom prst="rect">
            <a:avLst/>
          </a:prstGeom>
          <a:noFill/>
        </p:spPr>
        <p:txBody>
          <a:bodyPr wrap="none" lIns="36576" tIns="36576" rIns="36576" bIns="36576" anchor="t">
            <a:spAutoFit/>
          </a:bodyPr>
          <a:lstStyle/>
          <a:p>
            <a:pPr algn="ctr">
              <a:defRPr/>
            </a:pPr>
            <a:r>
              <a:rPr sz="1800" b="1">
                <a:solidFill>
                  <a:srgbClr val="475569"/>
                </a:solidFill>
                <a:latin typeface="Aptos"/>
              </a:rPr>
              <a:t>La stessa rappresentazione interna evita percorsi duplicati.</a:t>
            </a:r>
            <a:endParaRPr sz="1800"/>
          </a:p>
        </p:txBody>
      </p:sp>
      <p:sp>
        <p:nvSpPr>
          <p:cNvPr id="1726576713" name="TextBox 18"/>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08849355" name="TextBox 1"/>
          <p:cNvSpPr txBox="1"/>
          <p:nvPr/>
        </p:nvSpPr>
        <p:spPr bwMode="auto">
          <a:xfrm>
            <a:off x="658368" y="310895"/>
            <a:ext cx="1421738"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04 · WAVESURFER.JS</a:t>
            </a:r>
            <a:endParaRPr/>
          </a:p>
        </p:txBody>
      </p:sp>
      <p:sp>
        <p:nvSpPr>
          <p:cNvPr id="1593235177" name="TextBox 2"/>
          <p:cNvSpPr txBox="1"/>
          <p:nvPr/>
        </p:nvSpPr>
        <p:spPr bwMode="auto">
          <a:xfrm>
            <a:off x="658368" y="621791"/>
            <a:ext cx="7638710"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Waveform: visualizzazione separata dal suono</a:t>
            </a:r>
            <a:endParaRPr/>
          </a:p>
        </p:txBody>
      </p:sp>
      <p:sp>
        <p:nvSpPr>
          <p:cNvPr id="1260747434"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pic>
        <p:nvPicPr>
          <p:cNvPr id="908635155" name="Picture 4" descr="image3.png"/>
          <p:cNvPicPr>
            <a:picLocks noChangeAspect="1"/>
          </p:cNvPicPr>
          <p:nvPr/>
        </p:nvPicPr>
        <p:blipFill rotWithShape="1">
          <a:blip r:embed="rId3"/>
          <a:stretch/>
        </p:blipFill>
        <p:spPr bwMode="auto">
          <a:xfrm>
            <a:off x="658368" y="1645920"/>
            <a:ext cx="10881360" cy="3833378"/>
          </a:xfrm>
          <a:prstGeom prst="rect">
            <a:avLst/>
          </a:prstGeom>
        </p:spPr>
      </p:pic>
      <p:sp>
        <p:nvSpPr>
          <p:cNvPr id="1771532010" name="TextBox 5"/>
          <p:cNvSpPr txBox="1"/>
          <p:nvPr/>
        </p:nvSpPr>
        <p:spPr bwMode="auto">
          <a:xfrm>
            <a:off x="822960" y="5806440"/>
            <a:ext cx="2424708" cy="347831"/>
          </a:xfrm>
          <a:prstGeom prst="rect">
            <a:avLst/>
          </a:prstGeom>
          <a:noFill/>
        </p:spPr>
        <p:txBody>
          <a:bodyPr wrap="none" lIns="36576" tIns="36576" rIns="36576" bIns="36576" anchor="t">
            <a:spAutoFit/>
          </a:bodyPr>
          <a:lstStyle/>
          <a:p>
            <a:pPr algn="l">
              <a:defRPr/>
            </a:pPr>
            <a:r>
              <a:rPr sz="1800" b="1">
                <a:solidFill>
                  <a:srgbClr val="2563EB"/>
                </a:solidFill>
                <a:latin typeface="Aptos"/>
              </a:rPr>
              <a:t>WaveSurfer.js 7.12.11</a:t>
            </a:r>
            <a:endParaRPr sz="1800"/>
          </a:p>
        </p:txBody>
      </p:sp>
      <p:sp>
        <p:nvSpPr>
          <p:cNvPr id="415331922" name="TextBox 6"/>
          <p:cNvSpPr txBox="1"/>
          <p:nvPr/>
        </p:nvSpPr>
        <p:spPr bwMode="auto">
          <a:xfrm>
            <a:off x="822958" y="6126480"/>
            <a:ext cx="3941435" cy="256392"/>
          </a:xfrm>
          <a:prstGeom prst="rect">
            <a:avLst/>
          </a:prstGeom>
          <a:noFill/>
        </p:spPr>
        <p:txBody>
          <a:bodyPr wrap="none" lIns="36576" tIns="36576" rIns="36576" bIns="36576" anchor="t">
            <a:spAutoFit/>
          </a:bodyPr>
          <a:lstStyle/>
          <a:p>
            <a:pPr algn="l">
              <a:defRPr/>
            </a:pPr>
            <a:r>
              <a:rPr sz="1200" b="0">
                <a:solidFill>
                  <a:srgbClr val="475569"/>
                </a:solidFill>
                <a:latin typeface="Aptos"/>
              </a:rPr>
              <a:t>visualizza • mostra il playhead • traduce il click in un seek</a:t>
            </a:r>
            <a:endParaRPr/>
          </a:p>
        </p:txBody>
      </p:sp>
      <p:sp>
        <p:nvSpPr>
          <p:cNvPr id="366547667" name="TextBox 7"/>
          <p:cNvSpPr txBox="1"/>
          <p:nvPr/>
        </p:nvSpPr>
        <p:spPr bwMode="auto">
          <a:xfrm>
            <a:off x="8006384" y="5806440"/>
            <a:ext cx="3058934" cy="347831"/>
          </a:xfrm>
          <a:prstGeom prst="rect">
            <a:avLst/>
          </a:prstGeom>
          <a:noFill/>
        </p:spPr>
        <p:txBody>
          <a:bodyPr wrap="none" lIns="36576" tIns="36576" rIns="36576" bIns="36576" anchor="t">
            <a:spAutoFit/>
          </a:bodyPr>
          <a:lstStyle/>
          <a:p>
            <a:pPr algn="r">
              <a:defRPr/>
            </a:pPr>
            <a:r>
              <a:rPr sz="1800" b="1">
                <a:solidFill>
                  <a:srgbClr val="10B981"/>
                </a:solidFill>
                <a:latin typeface="Aptos"/>
              </a:rPr>
              <a:t>Playback → Web Audio API</a:t>
            </a:r>
            <a:endParaRPr sz="1800"/>
          </a:p>
        </p:txBody>
      </p:sp>
      <p:sp>
        <p:nvSpPr>
          <p:cNvPr id="1211699152" name="TextBox 8"/>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36210548" name="TextBox 1"/>
          <p:cNvSpPr txBox="1"/>
          <p:nvPr/>
        </p:nvSpPr>
        <p:spPr bwMode="auto">
          <a:xfrm>
            <a:off x="658368" y="310895"/>
            <a:ext cx="1174809"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05 · PROCESSING</a:t>
            </a:r>
            <a:endParaRPr/>
          </a:p>
        </p:txBody>
      </p:sp>
      <p:sp>
        <p:nvSpPr>
          <p:cNvPr id="424246069" name="TextBox 2"/>
          <p:cNvSpPr txBox="1"/>
          <p:nvPr/>
        </p:nvSpPr>
        <p:spPr bwMode="auto">
          <a:xfrm>
            <a:off x="658368" y="621791"/>
            <a:ext cx="5865791"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La catena DSP: 9 moduli, 3 funzioni</a:t>
            </a:r>
            <a:endParaRPr/>
          </a:p>
        </p:txBody>
      </p:sp>
      <p:sp>
        <p:nvSpPr>
          <p:cNvPr id="1992012221"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6487149" name="Rounded Rectangle 4"/>
          <p:cNvSpPr/>
          <p:nvPr/>
        </p:nvSpPr>
        <p:spPr bwMode="auto">
          <a:xfrm>
            <a:off x="640080" y="1600200"/>
            <a:ext cx="3154680" cy="352044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2748443" name="Rectangle 5"/>
          <p:cNvSpPr/>
          <p:nvPr/>
        </p:nvSpPr>
        <p:spPr bwMode="auto">
          <a:xfrm>
            <a:off x="640080" y="1600200"/>
            <a:ext cx="54864" cy="3520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75184228" name="TextBox 6"/>
          <p:cNvSpPr txBox="1"/>
          <p:nvPr/>
        </p:nvSpPr>
        <p:spPr bwMode="auto">
          <a:xfrm>
            <a:off x="804670" y="1728216"/>
            <a:ext cx="2366690"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LIVELLO · TONO · DINAMICA</a:t>
            </a:r>
            <a:endParaRPr/>
          </a:p>
        </p:txBody>
      </p:sp>
      <p:sp>
        <p:nvSpPr>
          <p:cNvPr id="679959609" name="Rounded Rectangle 7"/>
          <p:cNvSpPr/>
          <p:nvPr/>
        </p:nvSpPr>
        <p:spPr bwMode="auto">
          <a:xfrm>
            <a:off x="896112" y="2148840"/>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170273" name="TextBox 8"/>
          <p:cNvSpPr txBox="1"/>
          <p:nvPr/>
        </p:nvSpPr>
        <p:spPr bwMode="auto">
          <a:xfrm>
            <a:off x="2023109" y="2258568"/>
            <a:ext cx="398484"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Gain</a:t>
            </a:r>
            <a:endParaRPr/>
          </a:p>
        </p:txBody>
      </p:sp>
      <p:sp>
        <p:nvSpPr>
          <p:cNvPr id="626401582" name="Rectangle 9"/>
          <p:cNvSpPr/>
          <p:nvPr/>
        </p:nvSpPr>
        <p:spPr bwMode="auto">
          <a:xfrm>
            <a:off x="896112" y="2148840"/>
            <a:ext cx="26517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6300351" name="Rounded Rectangle 10"/>
          <p:cNvSpPr/>
          <p:nvPr/>
        </p:nvSpPr>
        <p:spPr bwMode="auto">
          <a:xfrm>
            <a:off x="896112" y="2843784"/>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80916262" name="TextBox 11"/>
          <p:cNvSpPr txBox="1"/>
          <p:nvPr/>
        </p:nvSpPr>
        <p:spPr bwMode="auto">
          <a:xfrm>
            <a:off x="1820262" y="2953512"/>
            <a:ext cx="804179"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3-band EQ</a:t>
            </a:r>
            <a:endParaRPr/>
          </a:p>
        </p:txBody>
      </p:sp>
      <p:sp>
        <p:nvSpPr>
          <p:cNvPr id="26762711" name="Rectangle 12"/>
          <p:cNvSpPr/>
          <p:nvPr/>
        </p:nvSpPr>
        <p:spPr bwMode="auto">
          <a:xfrm>
            <a:off x="896112" y="2843784"/>
            <a:ext cx="26517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1597438" name="Rounded Rectangle 13"/>
          <p:cNvSpPr/>
          <p:nvPr/>
        </p:nvSpPr>
        <p:spPr bwMode="auto">
          <a:xfrm>
            <a:off x="896112" y="3538728"/>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33208815" name="TextBox 14"/>
          <p:cNvSpPr txBox="1"/>
          <p:nvPr/>
        </p:nvSpPr>
        <p:spPr bwMode="auto">
          <a:xfrm>
            <a:off x="1755260" y="3648456"/>
            <a:ext cx="934182"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Compressor</a:t>
            </a:r>
            <a:endParaRPr/>
          </a:p>
        </p:txBody>
      </p:sp>
      <p:sp>
        <p:nvSpPr>
          <p:cNvPr id="2094162689" name="Rectangle 15"/>
          <p:cNvSpPr/>
          <p:nvPr/>
        </p:nvSpPr>
        <p:spPr bwMode="auto">
          <a:xfrm>
            <a:off x="896112" y="3538728"/>
            <a:ext cx="265176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7762532" name="Rounded Rectangle 16"/>
          <p:cNvSpPr/>
          <p:nvPr/>
        </p:nvSpPr>
        <p:spPr bwMode="auto">
          <a:xfrm>
            <a:off x="4160519" y="1600200"/>
            <a:ext cx="3154680" cy="352044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9163145" name="Rectangle 17"/>
          <p:cNvSpPr/>
          <p:nvPr/>
        </p:nvSpPr>
        <p:spPr bwMode="auto">
          <a:xfrm>
            <a:off x="4160519" y="1600200"/>
            <a:ext cx="54864" cy="3520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371821" name="TextBox 18"/>
          <p:cNvSpPr txBox="1"/>
          <p:nvPr/>
        </p:nvSpPr>
        <p:spPr bwMode="auto">
          <a:xfrm>
            <a:off x="4325112" y="1728216"/>
            <a:ext cx="1559748"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EFFETTI CREATIVI</a:t>
            </a:r>
            <a:endParaRPr/>
          </a:p>
        </p:txBody>
      </p:sp>
      <p:sp>
        <p:nvSpPr>
          <p:cNvPr id="353023079" name="Rounded Rectangle 19"/>
          <p:cNvSpPr/>
          <p:nvPr/>
        </p:nvSpPr>
        <p:spPr bwMode="auto">
          <a:xfrm>
            <a:off x="4416552" y="2148840"/>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44500747" name="TextBox 20"/>
          <p:cNvSpPr txBox="1"/>
          <p:nvPr/>
        </p:nvSpPr>
        <p:spPr bwMode="auto">
          <a:xfrm>
            <a:off x="5361062" y="2258568"/>
            <a:ext cx="763459"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Distortion</a:t>
            </a:r>
            <a:endParaRPr/>
          </a:p>
        </p:txBody>
      </p:sp>
      <p:sp>
        <p:nvSpPr>
          <p:cNvPr id="757644146" name="Rectangle 21"/>
          <p:cNvSpPr/>
          <p:nvPr/>
        </p:nvSpPr>
        <p:spPr bwMode="auto">
          <a:xfrm>
            <a:off x="4416552" y="2148840"/>
            <a:ext cx="265176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24356034" name="Rounded Rectangle 22"/>
          <p:cNvSpPr/>
          <p:nvPr/>
        </p:nvSpPr>
        <p:spPr bwMode="auto">
          <a:xfrm>
            <a:off x="4416552" y="2843784"/>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74106855" name="TextBox 23"/>
          <p:cNvSpPr txBox="1"/>
          <p:nvPr/>
        </p:nvSpPr>
        <p:spPr bwMode="auto">
          <a:xfrm>
            <a:off x="5450273" y="2953512"/>
            <a:ext cx="585037"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Chorus</a:t>
            </a:r>
            <a:endParaRPr/>
          </a:p>
        </p:txBody>
      </p:sp>
      <p:sp>
        <p:nvSpPr>
          <p:cNvPr id="414182965" name="Rectangle 24"/>
          <p:cNvSpPr/>
          <p:nvPr/>
        </p:nvSpPr>
        <p:spPr bwMode="auto">
          <a:xfrm>
            <a:off x="4416552" y="2843784"/>
            <a:ext cx="265176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0458950" name="Rounded Rectangle 25"/>
          <p:cNvSpPr/>
          <p:nvPr/>
        </p:nvSpPr>
        <p:spPr bwMode="auto">
          <a:xfrm>
            <a:off x="4416552" y="3538728"/>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2716187" name="TextBox 26"/>
          <p:cNvSpPr txBox="1"/>
          <p:nvPr/>
        </p:nvSpPr>
        <p:spPr bwMode="auto">
          <a:xfrm>
            <a:off x="5271600" y="3648456"/>
            <a:ext cx="942382"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Delay / Echo</a:t>
            </a:r>
            <a:endParaRPr/>
          </a:p>
        </p:txBody>
      </p:sp>
      <p:sp>
        <p:nvSpPr>
          <p:cNvPr id="1801935339" name="Rectangle 27"/>
          <p:cNvSpPr/>
          <p:nvPr/>
        </p:nvSpPr>
        <p:spPr bwMode="auto">
          <a:xfrm>
            <a:off x="4416552" y="3538728"/>
            <a:ext cx="265176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07429811" name="Rounded Rectangle 28"/>
          <p:cNvSpPr/>
          <p:nvPr/>
        </p:nvSpPr>
        <p:spPr bwMode="auto">
          <a:xfrm>
            <a:off x="4416552" y="4233672"/>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24592316" name="TextBox 29"/>
          <p:cNvSpPr txBox="1"/>
          <p:nvPr/>
        </p:nvSpPr>
        <p:spPr bwMode="auto">
          <a:xfrm>
            <a:off x="5458260" y="4343400"/>
            <a:ext cx="569063"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Reverb</a:t>
            </a:r>
            <a:endParaRPr/>
          </a:p>
        </p:txBody>
      </p:sp>
      <p:sp>
        <p:nvSpPr>
          <p:cNvPr id="359169474" name="Rectangle 30"/>
          <p:cNvSpPr/>
          <p:nvPr/>
        </p:nvSpPr>
        <p:spPr bwMode="auto">
          <a:xfrm>
            <a:off x="4416552" y="4233672"/>
            <a:ext cx="265176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7622033" name="Rounded Rectangle 31"/>
          <p:cNvSpPr/>
          <p:nvPr/>
        </p:nvSpPr>
        <p:spPr bwMode="auto">
          <a:xfrm>
            <a:off x="8229600" y="1600200"/>
            <a:ext cx="3154680" cy="352044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06374239" name="Rectangle 32"/>
          <p:cNvSpPr/>
          <p:nvPr/>
        </p:nvSpPr>
        <p:spPr bwMode="auto">
          <a:xfrm>
            <a:off x="8229600" y="1600200"/>
            <a:ext cx="54864" cy="3520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4863131" name="TextBox 33"/>
          <p:cNvSpPr txBox="1"/>
          <p:nvPr/>
        </p:nvSpPr>
        <p:spPr bwMode="auto">
          <a:xfrm>
            <a:off x="8394192" y="1728216"/>
            <a:ext cx="1431166"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FINALIZZAZIONE</a:t>
            </a:r>
            <a:endParaRPr/>
          </a:p>
        </p:txBody>
      </p:sp>
      <p:sp>
        <p:nvSpPr>
          <p:cNvPr id="1819812721" name="Rounded Rectangle 34"/>
          <p:cNvSpPr/>
          <p:nvPr/>
        </p:nvSpPr>
        <p:spPr bwMode="auto">
          <a:xfrm>
            <a:off x="8485632" y="2148840"/>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5447774" name="TextBox 35"/>
          <p:cNvSpPr txBox="1"/>
          <p:nvPr/>
        </p:nvSpPr>
        <p:spPr bwMode="auto">
          <a:xfrm>
            <a:off x="9109414" y="2258568"/>
            <a:ext cx="1404913"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Peak normalization</a:t>
            </a:r>
            <a:endParaRPr/>
          </a:p>
        </p:txBody>
      </p:sp>
      <p:sp>
        <p:nvSpPr>
          <p:cNvPr id="603171083" name="Rectangle 36"/>
          <p:cNvSpPr/>
          <p:nvPr/>
        </p:nvSpPr>
        <p:spPr bwMode="auto">
          <a:xfrm>
            <a:off x="8485632" y="2148840"/>
            <a:ext cx="265176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9259015" name="Rounded Rectangle 37"/>
          <p:cNvSpPr/>
          <p:nvPr/>
        </p:nvSpPr>
        <p:spPr bwMode="auto">
          <a:xfrm>
            <a:off x="8485632" y="2843784"/>
            <a:ext cx="2651760" cy="566928"/>
          </a:xfrm>
          <a:prstGeom prst="roundRect">
            <a:avLst>
              <a:gd name="adj" fmla="val 16667"/>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41816190" name="TextBox 38"/>
          <p:cNvSpPr txBox="1"/>
          <p:nvPr/>
        </p:nvSpPr>
        <p:spPr bwMode="auto">
          <a:xfrm>
            <a:off x="9531475" y="2953512"/>
            <a:ext cx="560792" cy="248771"/>
          </a:xfrm>
          <a:prstGeom prst="rect">
            <a:avLst/>
          </a:prstGeom>
          <a:noFill/>
        </p:spPr>
        <p:txBody>
          <a:bodyPr wrap="none" lIns="36576" tIns="36576" rIns="36576" bIns="36576" anchor="t">
            <a:spAutoFit/>
          </a:bodyPr>
          <a:lstStyle/>
          <a:p>
            <a:pPr algn="ctr">
              <a:defRPr/>
            </a:pPr>
            <a:r>
              <a:rPr sz="1150" b="1">
                <a:solidFill>
                  <a:srgbClr val="111827"/>
                </a:solidFill>
                <a:latin typeface="Aptos"/>
              </a:rPr>
              <a:t>Limiter</a:t>
            </a:r>
            <a:endParaRPr/>
          </a:p>
        </p:txBody>
      </p:sp>
      <p:sp>
        <p:nvSpPr>
          <p:cNvPr id="282732272" name="Rectangle 39"/>
          <p:cNvSpPr/>
          <p:nvPr/>
        </p:nvSpPr>
        <p:spPr bwMode="auto">
          <a:xfrm>
            <a:off x="8485632" y="2843784"/>
            <a:ext cx="265176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965396636" name="Connector 40"/>
          <p:cNvCxnSpPr/>
          <p:nvPr/>
        </p:nvCxnSpPr>
        <p:spPr bwMode="auto">
          <a:xfrm>
            <a:off x="3794760" y="3337560"/>
            <a:ext cx="32004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734680399" name="Connector 41"/>
          <p:cNvCxnSpPr/>
          <p:nvPr/>
        </p:nvCxnSpPr>
        <p:spPr bwMode="auto">
          <a:xfrm>
            <a:off x="7315200" y="3337560"/>
            <a:ext cx="868679"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693382116" name="TextBox 42"/>
          <p:cNvSpPr txBox="1"/>
          <p:nvPr/>
        </p:nvSpPr>
        <p:spPr bwMode="auto">
          <a:xfrm>
            <a:off x="731520" y="5440680"/>
            <a:ext cx="4959645" cy="256392"/>
          </a:xfrm>
          <a:prstGeom prst="rect">
            <a:avLst/>
          </a:prstGeom>
          <a:noFill/>
        </p:spPr>
        <p:txBody>
          <a:bodyPr wrap="none" lIns="36576" tIns="36576" rIns="36576" bIns="36576" anchor="t">
            <a:spAutoFit/>
          </a:bodyPr>
          <a:lstStyle/>
          <a:p>
            <a:pPr algn="l">
              <a:defRPr/>
            </a:pPr>
            <a:r>
              <a:rPr sz="1200" b="1">
                <a:solidFill>
                  <a:srgbClr val="475569"/>
                </a:solidFill>
                <a:latin typeface="Aptos"/>
              </a:rPr>
              <a:t>Solo l’Input Gain è sempre presente; gli altri moduli sono opzionali.</a:t>
            </a:r>
            <a:endParaRPr/>
          </a:p>
        </p:txBody>
      </p:sp>
      <p:sp>
        <p:nvSpPr>
          <p:cNvPr id="1419225308" name="TextBox 43"/>
          <p:cNvSpPr txBox="1"/>
          <p:nvPr/>
        </p:nvSpPr>
        <p:spPr bwMode="auto">
          <a:xfrm>
            <a:off x="7222718" y="5440680"/>
            <a:ext cx="3952757" cy="439272"/>
          </a:xfrm>
          <a:prstGeom prst="rect">
            <a:avLst/>
          </a:prstGeom>
          <a:noFill/>
        </p:spPr>
        <p:txBody>
          <a:bodyPr wrap="none" lIns="36576" tIns="36576" rIns="36576" bIns="36576" anchor="t">
            <a:spAutoFit/>
          </a:bodyPr>
          <a:lstStyle/>
          <a:p>
            <a:pPr algn="r">
              <a:defRPr/>
            </a:pPr>
            <a:r>
              <a:rPr sz="1200" b="1">
                <a:solidFill>
                  <a:srgbClr val="475569"/>
                </a:solidFill>
                <a:latin typeface="Aptos"/>
              </a:rPr>
              <a:t>La </a:t>
            </a:r>
            <a:r>
              <a:rPr sz="1200" b="1">
                <a:solidFill>
                  <a:srgbClr val="475569"/>
                </a:solidFill>
                <a:latin typeface="Aptos"/>
              </a:rPr>
              <a:t>suddivisione </a:t>
            </a:r>
            <a:r>
              <a:rPr sz="1200" b="1">
                <a:solidFill>
                  <a:srgbClr val="475569"/>
                </a:solidFill>
                <a:latin typeface="Aptos"/>
              </a:rPr>
              <a:t>e la scelta dei parametri configurabili</a:t>
            </a:r>
            <a:endParaRPr sz="1200" b="1">
              <a:solidFill>
                <a:srgbClr val="475569"/>
              </a:solidFill>
              <a:latin typeface="Aptos"/>
            </a:endParaRPr>
          </a:p>
          <a:p>
            <a:pPr algn="r">
              <a:defRPr/>
            </a:pPr>
            <a:r>
              <a:rPr sz="1200" b="1">
                <a:solidFill>
                  <a:srgbClr val="475569"/>
                </a:solidFill>
                <a:latin typeface="Aptos"/>
              </a:rPr>
              <a:t> accompagnano l’utente inesperto nella UI.</a:t>
            </a:r>
            <a:endParaRPr b="1"/>
          </a:p>
        </p:txBody>
      </p:sp>
      <p:sp>
        <p:nvSpPr>
          <p:cNvPr id="636888286" name="TextBox 44"/>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10021753" name="TextBox 1"/>
          <p:cNvSpPr txBox="1"/>
          <p:nvPr/>
        </p:nvSpPr>
        <p:spPr bwMode="auto">
          <a:xfrm>
            <a:off x="658368" y="310895"/>
            <a:ext cx="2000109"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06 · SCELTA IMPLEMENTATIVA</a:t>
            </a:r>
            <a:endParaRPr/>
          </a:p>
        </p:txBody>
      </p:sp>
      <p:sp>
        <p:nvSpPr>
          <p:cNvPr id="1053224980" name="TextBox 2"/>
          <p:cNvSpPr txBox="1"/>
          <p:nvPr/>
        </p:nvSpPr>
        <p:spPr bwMode="auto">
          <a:xfrm>
            <a:off x="658368" y="621791"/>
            <a:ext cx="4855688"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Perché OfflineAudioContext?</a:t>
            </a:r>
            <a:endParaRPr/>
          </a:p>
        </p:txBody>
      </p:sp>
      <p:sp>
        <p:nvSpPr>
          <p:cNvPr id="705627615"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42294822" name="Rounded Rectangle 4"/>
          <p:cNvSpPr/>
          <p:nvPr/>
        </p:nvSpPr>
        <p:spPr bwMode="auto">
          <a:xfrm>
            <a:off x="731520" y="1828800"/>
            <a:ext cx="224028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0619581" name="TextBox 5"/>
          <p:cNvSpPr txBox="1"/>
          <p:nvPr/>
        </p:nvSpPr>
        <p:spPr bwMode="auto">
          <a:xfrm>
            <a:off x="1349403" y="1938528"/>
            <a:ext cx="1005233"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Impostazioni</a:t>
            </a:r>
            <a:endParaRPr/>
          </a:p>
        </p:txBody>
      </p:sp>
      <p:sp>
        <p:nvSpPr>
          <p:cNvPr id="947588612" name="TextBox 6"/>
          <p:cNvSpPr txBox="1"/>
          <p:nvPr/>
        </p:nvSpPr>
        <p:spPr bwMode="auto">
          <a:xfrm>
            <a:off x="1593847" y="2267712"/>
            <a:ext cx="516344"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valori UI</a:t>
            </a:r>
            <a:endParaRPr/>
          </a:p>
        </p:txBody>
      </p:sp>
      <p:sp>
        <p:nvSpPr>
          <p:cNvPr id="363903987" name="Rectangle 7"/>
          <p:cNvSpPr/>
          <p:nvPr/>
        </p:nvSpPr>
        <p:spPr bwMode="auto">
          <a:xfrm>
            <a:off x="731520" y="1828800"/>
            <a:ext cx="22402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2134839396" name="Connector 8"/>
          <p:cNvCxnSpPr/>
          <p:nvPr/>
        </p:nvCxnSpPr>
        <p:spPr bwMode="auto">
          <a:xfrm>
            <a:off x="2971800" y="2350008"/>
            <a:ext cx="6858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481732156" name="Rounded Rectangle 9"/>
          <p:cNvSpPr/>
          <p:nvPr/>
        </p:nvSpPr>
        <p:spPr bwMode="auto">
          <a:xfrm>
            <a:off x="3657600" y="1600200"/>
            <a:ext cx="2743200" cy="1508759"/>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2801930" name="TextBox 10"/>
          <p:cNvSpPr txBox="1"/>
          <p:nvPr/>
        </p:nvSpPr>
        <p:spPr bwMode="auto">
          <a:xfrm>
            <a:off x="4190155" y="1709928"/>
            <a:ext cx="1678807" cy="271631"/>
          </a:xfrm>
          <a:prstGeom prst="rect">
            <a:avLst/>
          </a:prstGeom>
          <a:noFill/>
        </p:spPr>
        <p:txBody>
          <a:bodyPr wrap="none" lIns="36576" tIns="36576" rIns="36576" bIns="36576" anchor="t">
            <a:spAutoFit/>
          </a:bodyPr>
          <a:lstStyle/>
          <a:p>
            <a:pPr algn="ctr">
              <a:defRPr/>
            </a:pPr>
            <a:r>
              <a:rPr sz="1300" b="1">
                <a:solidFill>
                  <a:srgbClr val="111827"/>
                </a:solidFill>
                <a:latin typeface="Aptos"/>
              </a:rPr>
              <a:t>OfflineAudioContext</a:t>
            </a:r>
            <a:endParaRPr/>
          </a:p>
        </p:txBody>
      </p:sp>
      <p:sp>
        <p:nvSpPr>
          <p:cNvPr id="246478014" name="TextBox 11"/>
          <p:cNvSpPr txBox="1"/>
          <p:nvPr/>
        </p:nvSpPr>
        <p:spPr bwMode="auto">
          <a:xfrm>
            <a:off x="3857688" y="2235888"/>
            <a:ext cx="2343021" cy="393551"/>
          </a:xfrm>
          <a:prstGeom prst="rect">
            <a:avLst/>
          </a:prstGeom>
          <a:noFill/>
        </p:spPr>
        <p:txBody>
          <a:bodyPr wrap="none" lIns="36576" tIns="36576" rIns="36576" bIns="36576" anchor="t">
            <a:spAutoFit/>
          </a:bodyPr>
          <a:lstStyle/>
          <a:p>
            <a:pPr marL="0" marR="0" indent="0" algn="l">
              <a:lnSpc>
                <a:spcPct val="100000"/>
              </a:lnSpc>
              <a:spcBef>
                <a:spcPts val="0"/>
              </a:spcBef>
              <a:spcAft>
                <a:spcPts val="0"/>
              </a:spcAft>
              <a:defRPr/>
            </a:pPr>
            <a:r>
              <a:rPr sz="950" b="0">
                <a:solidFill>
                  <a:srgbClr val="475569"/>
                </a:solidFill>
                <a:latin typeface="Aptos"/>
              </a:rPr>
              <a:t>nuovo grafo DSP</a:t>
            </a:r>
            <a:br>
              <a:rPr/>
            </a:br>
            <a:r>
              <a:rPr lang="en-US" sz="1150" b="0" i="0" u="none" strike="noStrike" cap="none" spc="0">
                <a:solidFill>
                  <a:srgbClr val="475569"/>
                </a:solidFill>
                <a:latin typeface="Aptos"/>
                <a:ea typeface="Aptos"/>
                <a:cs typeface="Aptos"/>
              </a:rPr>
              <a:t>sample </a:t>
            </a:r>
            <a:r>
              <a:rPr lang="en-US" sz="1150" b="0" i="0" u="none" strike="noStrike" cap="none" spc="0">
                <a:solidFill>
                  <a:srgbClr val="475569"/>
                </a:solidFill>
                <a:latin typeface="Aptos"/>
                <a:ea typeface="Aptos"/>
                <a:cs typeface="Aptos"/>
              </a:rPr>
              <a:t>rate </a:t>
            </a:r>
            <a:r>
              <a:rPr lang="en-US" sz="1150" b="0" i="0" u="none" strike="noStrike" cap="none" spc="0">
                <a:solidFill>
                  <a:srgbClr val="475569"/>
                </a:solidFill>
                <a:latin typeface="Aptos"/>
                <a:ea typeface="Aptos"/>
                <a:cs typeface="Aptos"/>
              </a:rPr>
              <a:t>+ canali della sorgente</a:t>
            </a:r>
            <a:endParaRPr/>
          </a:p>
        </p:txBody>
      </p:sp>
      <p:sp>
        <p:nvSpPr>
          <p:cNvPr id="1223938007" name="Rectangle 12"/>
          <p:cNvSpPr/>
          <p:nvPr/>
        </p:nvSpPr>
        <p:spPr bwMode="auto">
          <a:xfrm>
            <a:off x="3657600" y="1600200"/>
            <a:ext cx="274320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252085606" name="Connector 13"/>
          <p:cNvCxnSpPr/>
          <p:nvPr/>
        </p:nvCxnSpPr>
        <p:spPr bwMode="auto">
          <a:xfrm>
            <a:off x="6400800" y="2350008"/>
            <a:ext cx="73152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381387077" name="Rounded Rectangle 14"/>
          <p:cNvSpPr/>
          <p:nvPr/>
        </p:nvSpPr>
        <p:spPr bwMode="auto">
          <a:xfrm>
            <a:off x="7132320" y="1828800"/>
            <a:ext cx="2148840"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4556801" name="TextBox 15"/>
          <p:cNvSpPr txBox="1"/>
          <p:nvPr/>
        </p:nvSpPr>
        <p:spPr bwMode="auto">
          <a:xfrm>
            <a:off x="7729971" y="1938528"/>
            <a:ext cx="954256"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AudioBuffer</a:t>
            </a:r>
            <a:endParaRPr/>
          </a:p>
        </p:txBody>
      </p:sp>
      <p:sp>
        <p:nvSpPr>
          <p:cNvPr id="1261186415" name="TextBox 16"/>
          <p:cNvSpPr txBox="1"/>
          <p:nvPr/>
        </p:nvSpPr>
        <p:spPr bwMode="auto">
          <a:xfrm>
            <a:off x="7697412" y="2267712"/>
            <a:ext cx="1019372"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risultato completo</a:t>
            </a:r>
            <a:endParaRPr/>
          </a:p>
        </p:txBody>
      </p:sp>
      <p:sp>
        <p:nvSpPr>
          <p:cNvPr id="265748912" name="Rectangle 17"/>
          <p:cNvSpPr/>
          <p:nvPr/>
        </p:nvSpPr>
        <p:spPr bwMode="auto">
          <a:xfrm>
            <a:off x="7132320" y="1828800"/>
            <a:ext cx="214884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767517479" name="Connector 18"/>
          <p:cNvCxnSpPr/>
          <p:nvPr/>
        </p:nvCxnSpPr>
        <p:spPr bwMode="auto">
          <a:xfrm>
            <a:off x="9281160" y="2350008"/>
            <a:ext cx="64008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874667536" name="Rounded Rectangle 19"/>
          <p:cNvSpPr/>
          <p:nvPr/>
        </p:nvSpPr>
        <p:spPr bwMode="auto">
          <a:xfrm>
            <a:off x="9921240" y="1828800"/>
            <a:ext cx="1508759" cy="105156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05593519" name="TextBox 20"/>
          <p:cNvSpPr txBox="1"/>
          <p:nvPr/>
        </p:nvSpPr>
        <p:spPr bwMode="auto">
          <a:xfrm>
            <a:off x="10397720" y="1938528"/>
            <a:ext cx="556516"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Export</a:t>
            </a:r>
            <a:endParaRPr/>
          </a:p>
        </p:txBody>
      </p:sp>
      <p:sp>
        <p:nvSpPr>
          <p:cNvPr id="2128163194" name="TextBox 21"/>
          <p:cNvSpPr txBox="1"/>
          <p:nvPr/>
        </p:nvSpPr>
        <p:spPr bwMode="auto">
          <a:xfrm>
            <a:off x="10501636" y="2267712"/>
            <a:ext cx="348685"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WAV</a:t>
            </a:r>
            <a:endParaRPr/>
          </a:p>
        </p:txBody>
      </p:sp>
      <p:sp>
        <p:nvSpPr>
          <p:cNvPr id="1036495404" name="Rectangle 22"/>
          <p:cNvSpPr/>
          <p:nvPr/>
        </p:nvSpPr>
        <p:spPr bwMode="auto">
          <a:xfrm>
            <a:off x="9921240" y="1828800"/>
            <a:ext cx="1508759"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2354388" name="Rounded Rectangle 23"/>
          <p:cNvSpPr/>
          <p:nvPr/>
        </p:nvSpPr>
        <p:spPr bwMode="auto">
          <a:xfrm>
            <a:off x="822960" y="3977639"/>
            <a:ext cx="5074920" cy="123444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1436912" name="Rectangle 24"/>
          <p:cNvSpPr/>
          <p:nvPr/>
        </p:nvSpPr>
        <p:spPr bwMode="auto">
          <a:xfrm>
            <a:off x="822960" y="3977639"/>
            <a:ext cx="54864" cy="1234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1732186" name="TextBox 25"/>
          <p:cNvSpPr txBox="1"/>
          <p:nvPr/>
        </p:nvSpPr>
        <p:spPr bwMode="auto">
          <a:xfrm>
            <a:off x="987552" y="4105654"/>
            <a:ext cx="871868"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Vantaggio</a:t>
            </a:r>
            <a:endParaRPr/>
          </a:p>
        </p:txBody>
      </p:sp>
      <p:sp>
        <p:nvSpPr>
          <p:cNvPr id="897618169" name="TextBox 26"/>
          <p:cNvSpPr txBox="1"/>
          <p:nvPr/>
        </p:nvSpPr>
        <p:spPr bwMode="auto">
          <a:xfrm flipH="0" flipV="0">
            <a:off x="978408" y="4480557"/>
            <a:ext cx="4802038" cy="424031"/>
          </a:xfrm>
          <a:prstGeom prst="rect">
            <a:avLst/>
          </a:prstGeom>
          <a:noFill/>
        </p:spPr>
        <p:txBody>
          <a:bodyPr wrap="square" lIns="36576" tIns="36576" rIns="36576" bIns="36576" anchor="t">
            <a:spAutoFit/>
          </a:bodyPr>
          <a:lstStyle/>
          <a:p>
            <a:pPr algn="l">
              <a:defRPr/>
            </a:pPr>
            <a:r>
              <a:rPr sz="1150" b="0">
                <a:solidFill>
                  <a:srgbClr val="475569"/>
                </a:solidFill>
                <a:latin typeface="Aptos"/>
              </a:rPr>
              <a:t>Il risultato è un buffer completo: le code di delay</a:t>
            </a:r>
            <a:r>
              <a:rPr sz="1150" b="0">
                <a:solidFill>
                  <a:srgbClr val="475569"/>
                </a:solidFill>
                <a:latin typeface="Aptos"/>
              </a:rPr>
              <a:t>/chorus/reverb possono essere conservate e l’export è diretto.</a:t>
            </a:r>
            <a:endParaRPr/>
          </a:p>
        </p:txBody>
      </p:sp>
      <p:sp>
        <p:nvSpPr>
          <p:cNvPr id="1330610341" name="Rounded Rectangle 27"/>
          <p:cNvSpPr/>
          <p:nvPr/>
        </p:nvSpPr>
        <p:spPr bwMode="auto">
          <a:xfrm>
            <a:off x="6263640" y="3977639"/>
            <a:ext cx="5074920" cy="123444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0313657" name="Rectangle 28"/>
          <p:cNvSpPr/>
          <p:nvPr/>
        </p:nvSpPr>
        <p:spPr bwMode="auto">
          <a:xfrm>
            <a:off x="6263640" y="3977639"/>
            <a:ext cx="54864" cy="1234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68134887" name="TextBox 29"/>
          <p:cNvSpPr txBox="1"/>
          <p:nvPr/>
        </p:nvSpPr>
        <p:spPr bwMode="auto">
          <a:xfrm>
            <a:off x="6428230" y="4105654"/>
            <a:ext cx="789237"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Trade-off</a:t>
            </a:r>
            <a:endParaRPr/>
          </a:p>
        </p:txBody>
      </p:sp>
      <p:sp>
        <p:nvSpPr>
          <p:cNvPr id="1313847017" name="TextBox 30"/>
          <p:cNvSpPr txBox="1"/>
          <p:nvPr/>
        </p:nvSpPr>
        <p:spPr bwMode="auto">
          <a:xfrm flipH="0" flipV="0">
            <a:off x="6447705" y="4480556"/>
            <a:ext cx="4762366" cy="683111"/>
          </a:xfrm>
          <a:prstGeom prst="rect">
            <a:avLst/>
          </a:prstGeom>
          <a:noFill/>
        </p:spPr>
        <p:txBody>
          <a:bodyPr wrap="square" lIns="36576" tIns="36576" rIns="36576" bIns="36576" anchor="t">
            <a:spAutoFit/>
          </a:bodyPr>
          <a:lstStyle/>
          <a:p>
            <a:pPr algn="l">
              <a:defRPr/>
            </a:pPr>
            <a:r>
              <a:rPr sz="1000" b="0">
                <a:solidFill>
                  <a:srgbClr val="475569"/>
                </a:solidFill>
                <a:latin typeface="Aptos"/>
              </a:rPr>
              <a:t>Il processing non è real-time: cambiare un parametro non modifica subito l’audio. Serve un nuovo Apply Processing.</a:t>
            </a:r>
            <a:endParaRPr sz="1000" b="0">
              <a:solidFill>
                <a:srgbClr val="475569"/>
              </a:solidFill>
              <a:latin typeface="Aptos"/>
            </a:endParaRPr>
          </a:p>
          <a:p>
            <a:pPr algn="l">
              <a:defRPr/>
            </a:pPr>
            <a:r>
              <a:rPr sz="1000" b="0">
                <a:solidFill>
                  <a:srgbClr val="475569"/>
                </a:solidFill>
                <a:latin typeface="Aptos"/>
              </a:rPr>
              <a:t>L’applicazione di alcuni effetti sonori richiede il calcolo delle code audio prima della creazione dell’audioBuffer esportabile</a:t>
            </a:r>
            <a:endParaRPr sz="1000"/>
          </a:p>
        </p:txBody>
      </p:sp>
      <p:sp>
        <p:nvSpPr>
          <p:cNvPr id="1464538155" name="TextBox 31"/>
          <p:cNvSpPr txBox="1"/>
          <p:nvPr/>
        </p:nvSpPr>
        <p:spPr bwMode="auto">
          <a:xfrm>
            <a:off x="2755257" y="5806440"/>
            <a:ext cx="6560283" cy="256392"/>
          </a:xfrm>
          <a:prstGeom prst="rect">
            <a:avLst/>
          </a:prstGeom>
          <a:noFill/>
        </p:spPr>
        <p:txBody>
          <a:bodyPr wrap="none" lIns="36576" tIns="36576" rIns="36576" bIns="36576" anchor="t">
            <a:spAutoFit/>
          </a:bodyPr>
          <a:lstStyle/>
          <a:p>
            <a:pPr algn="ctr">
              <a:defRPr/>
            </a:pPr>
            <a:r>
              <a:rPr sz="1200" b="1">
                <a:solidFill>
                  <a:srgbClr val="475569"/>
                </a:solidFill>
                <a:latin typeface="Aptos"/>
              </a:rPr>
              <a:t>La scelta privilegia riproducibilità, confronto e export rispetto al monitoraggio immediato.</a:t>
            </a:r>
            <a:endParaRPr/>
          </a:p>
        </p:txBody>
      </p:sp>
      <p:sp>
        <p:nvSpPr>
          <p:cNvPr id="380518291" name="TextBox 32"/>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20214662" name="TextBox 1"/>
          <p:cNvSpPr txBox="1"/>
          <p:nvPr/>
        </p:nvSpPr>
        <p:spPr bwMode="auto">
          <a:xfrm>
            <a:off x="658368" y="310895"/>
            <a:ext cx="1195767"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07 · ROBUSTEZZA</a:t>
            </a:r>
            <a:endParaRPr/>
          </a:p>
        </p:txBody>
      </p:sp>
      <p:sp>
        <p:nvSpPr>
          <p:cNvPr id="43840476" name="TextBox 2"/>
          <p:cNvSpPr txBox="1"/>
          <p:nvPr/>
        </p:nvSpPr>
        <p:spPr bwMode="auto">
          <a:xfrm>
            <a:off x="658368" y="621791"/>
            <a:ext cx="7066098"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Il problema più delicato: lo stato asincrono</a:t>
            </a:r>
            <a:endParaRPr/>
          </a:p>
        </p:txBody>
      </p:sp>
      <p:sp>
        <p:nvSpPr>
          <p:cNvPr id="1934164673"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9320414" name="Rounded Rectangle 4"/>
          <p:cNvSpPr/>
          <p:nvPr/>
        </p:nvSpPr>
        <p:spPr bwMode="auto">
          <a:xfrm>
            <a:off x="731520" y="1828800"/>
            <a:ext cx="2011680" cy="96012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1901602" name="TextBox 5"/>
          <p:cNvSpPr txBox="1"/>
          <p:nvPr/>
        </p:nvSpPr>
        <p:spPr bwMode="auto">
          <a:xfrm>
            <a:off x="1633030" y="1938528"/>
            <a:ext cx="20937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t0</a:t>
            </a:r>
            <a:endParaRPr/>
          </a:p>
        </p:txBody>
      </p:sp>
      <p:sp>
        <p:nvSpPr>
          <p:cNvPr id="1788217946" name="TextBox 6"/>
          <p:cNvSpPr txBox="1"/>
          <p:nvPr/>
        </p:nvSpPr>
        <p:spPr bwMode="auto">
          <a:xfrm>
            <a:off x="1231304" y="2267712"/>
            <a:ext cx="1012831"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snapshot settings</a:t>
            </a:r>
            <a:endParaRPr/>
          </a:p>
        </p:txBody>
      </p:sp>
      <p:sp>
        <p:nvSpPr>
          <p:cNvPr id="1246970687" name="Rectangle 7"/>
          <p:cNvSpPr/>
          <p:nvPr/>
        </p:nvSpPr>
        <p:spPr bwMode="auto">
          <a:xfrm>
            <a:off x="731520" y="1828800"/>
            <a:ext cx="20116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397093721" name="Connector 8"/>
          <p:cNvCxnSpPr/>
          <p:nvPr/>
        </p:nvCxnSpPr>
        <p:spPr bwMode="auto">
          <a:xfrm>
            <a:off x="2743200" y="2304288"/>
            <a:ext cx="73152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485321434" name="Rounded Rectangle 9"/>
          <p:cNvSpPr/>
          <p:nvPr/>
        </p:nvSpPr>
        <p:spPr bwMode="auto">
          <a:xfrm>
            <a:off x="3474720" y="1828800"/>
            <a:ext cx="2011680" cy="96012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9995622" name="TextBox 10"/>
          <p:cNvSpPr txBox="1"/>
          <p:nvPr/>
        </p:nvSpPr>
        <p:spPr bwMode="auto">
          <a:xfrm>
            <a:off x="4376230" y="1938528"/>
            <a:ext cx="20937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t1</a:t>
            </a:r>
            <a:endParaRPr/>
          </a:p>
        </p:txBody>
      </p:sp>
      <p:sp>
        <p:nvSpPr>
          <p:cNvPr id="2079877499" name="TextBox 11"/>
          <p:cNvSpPr txBox="1"/>
          <p:nvPr/>
        </p:nvSpPr>
        <p:spPr bwMode="auto">
          <a:xfrm>
            <a:off x="4091880" y="2267712"/>
            <a:ext cx="778077"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render offline</a:t>
            </a:r>
            <a:endParaRPr/>
          </a:p>
        </p:txBody>
      </p:sp>
      <p:sp>
        <p:nvSpPr>
          <p:cNvPr id="401398678" name="Rectangle 12"/>
          <p:cNvSpPr/>
          <p:nvPr/>
        </p:nvSpPr>
        <p:spPr bwMode="auto">
          <a:xfrm>
            <a:off x="3474720" y="1828800"/>
            <a:ext cx="201168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1267628724" name="Connector 13"/>
          <p:cNvCxnSpPr/>
          <p:nvPr/>
        </p:nvCxnSpPr>
        <p:spPr bwMode="auto">
          <a:xfrm>
            <a:off x="5486400" y="2304288"/>
            <a:ext cx="73152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1158321268" name="Rounded Rectangle 14"/>
          <p:cNvSpPr/>
          <p:nvPr/>
        </p:nvSpPr>
        <p:spPr bwMode="auto">
          <a:xfrm>
            <a:off x="6217920" y="1828800"/>
            <a:ext cx="2011680" cy="96012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0747709" name="TextBox 15"/>
          <p:cNvSpPr txBox="1"/>
          <p:nvPr/>
        </p:nvSpPr>
        <p:spPr bwMode="auto">
          <a:xfrm>
            <a:off x="7119430" y="1938528"/>
            <a:ext cx="20937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t2</a:t>
            </a:r>
            <a:endParaRPr/>
          </a:p>
        </p:txBody>
      </p:sp>
      <p:sp>
        <p:nvSpPr>
          <p:cNvPr id="1809951960" name="TextBox 16"/>
          <p:cNvSpPr txBox="1"/>
          <p:nvPr/>
        </p:nvSpPr>
        <p:spPr bwMode="auto">
          <a:xfrm>
            <a:off x="6778085" y="2267712"/>
            <a:ext cx="892067"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utente modifica</a:t>
            </a:r>
            <a:endParaRPr/>
          </a:p>
        </p:txBody>
      </p:sp>
      <p:sp>
        <p:nvSpPr>
          <p:cNvPr id="2022822023" name="Rectangle 17"/>
          <p:cNvSpPr/>
          <p:nvPr/>
        </p:nvSpPr>
        <p:spPr bwMode="auto">
          <a:xfrm>
            <a:off x="6217920" y="1828800"/>
            <a:ext cx="20116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cxnSp>
        <p:nvCxnSpPr>
          <p:cNvPr id="1780781973" name="Connector 18"/>
          <p:cNvCxnSpPr/>
          <p:nvPr/>
        </p:nvCxnSpPr>
        <p:spPr bwMode="auto">
          <a:xfrm>
            <a:off x="8229600" y="2304288"/>
            <a:ext cx="73152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705017006" name="Rounded Rectangle 19"/>
          <p:cNvSpPr/>
          <p:nvPr/>
        </p:nvSpPr>
        <p:spPr bwMode="auto">
          <a:xfrm>
            <a:off x="8961120" y="1828800"/>
            <a:ext cx="2468880" cy="960120"/>
          </a:xfrm>
          <a:prstGeom prst="roundRect">
            <a:avLst>
              <a:gd name="adj" fmla="val 16667"/>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09806825" name="TextBox 20"/>
          <p:cNvSpPr txBox="1"/>
          <p:nvPr/>
        </p:nvSpPr>
        <p:spPr bwMode="auto">
          <a:xfrm>
            <a:off x="10091230" y="1938528"/>
            <a:ext cx="209379" cy="256392"/>
          </a:xfrm>
          <a:prstGeom prst="rect">
            <a:avLst/>
          </a:prstGeom>
          <a:noFill/>
        </p:spPr>
        <p:txBody>
          <a:bodyPr wrap="none" lIns="36576" tIns="36576" rIns="36576" bIns="36576" anchor="t">
            <a:spAutoFit/>
          </a:bodyPr>
          <a:lstStyle/>
          <a:p>
            <a:pPr algn="ctr">
              <a:defRPr/>
            </a:pPr>
            <a:r>
              <a:rPr sz="1200" b="1">
                <a:solidFill>
                  <a:srgbClr val="111827"/>
                </a:solidFill>
                <a:latin typeface="Aptos"/>
              </a:rPr>
              <a:t>t3</a:t>
            </a:r>
            <a:endParaRPr/>
          </a:p>
        </p:txBody>
      </p:sp>
      <p:sp>
        <p:nvSpPr>
          <p:cNvPr id="1430713076" name="TextBox 21"/>
          <p:cNvSpPr txBox="1"/>
          <p:nvPr/>
        </p:nvSpPr>
        <p:spPr bwMode="auto">
          <a:xfrm>
            <a:off x="9528503" y="2267712"/>
            <a:ext cx="1334832" cy="218291"/>
          </a:xfrm>
          <a:prstGeom prst="rect">
            <a:avLst/>
          </a:prstGeom>
          <a:noFill/>
        </p:spPr>
        <p:txBody>
          <a:bodyPr wrap="none" lIns="36576" tIns="36576" rIns="36576" bIns="36576" anchor="t">
            <a:spAutoFit/>
          </a:bodyPr>
          <a:lstStyle/>
          <a:p>
            <a:pPr algn="ctr">
              <a:defRPr/>
            </a:pPr>
            <a:r>
              <a:rPr sz="950" b="0">
                <a:solidFill>
                  <a:srgbClr val="475569"/>
                </a:solidFill>
                <a:latin typeface="Aptos"/>
              </a:rPr>
              <a:t>risultato non aggiornato</a:t>
            </a:r>
            <a:endParaRPr/>
          </a:p>
        </p:txBody>
      </p:sp>
      <p:sp>
        <p:nvSpPr>
          <p:cNvPr id="1693977231" name="Rectangle 22"/>
          <p:cNvSpPr/>
          <p:nvPr/>
        </p:nvSpPr>
        <p:spPr bwMode="auto">
          <a:xfrm>
            <a:off x="8961120" y="1828800"/>
            <a:ext cx="246888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4952201" name="Rounded Rectangle 23"/>
          <p:cNvSpPr/>
          <p:nvPr/>
        </p:nvSpPr>
        <p:spPr bwMode="auto">
          <a:xfrm>
            <a:off x="822960" y="3429000"/>
            <a:ext cx="3383280" cy="13716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3703221" name="Rectangle 24"/>
          <p:cNvSpPr/>
          <p:nvPr/>
        </p:nvSpPr>
        <p:spPr bwMode="auto">
          <a:xfrm>
            <a:off x="822960" y="3429000"/>
            <a:ext cx="54864" cy="1371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3663433" name="TextBox 25"/>
          <p:cNvSpPr txBox="1"/>
          <p:nvPr/>
        </p:nvSpPr>
        <p:spPr bwMode="auto">
          <a:xfrm>
            <a:off x="987552" y="3557016"/>
            <a:ext cx="1743382"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Snapshot immutabile</a:t>
            </a:r>
            <a:endParaRPr/>
          </a:p>
        </p:txBody>
      </p:sp>
      <p:sp>
        <p:nvSpPr>
          <p:cNvPr id="1035959612" name="TextBox 26"/>
          <p:cNvSpPr txBox="1"/>
          <p:nvPr/>
        </p:nvSpPr>
        <p:spPr bwMode="auto">
          <a:xfrm flipH="0" flipV="0">
            <a:off x="987550" y="3931920"/>
            <a:ext cx="3110400"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Il renderer lavora su una copia congelata delle impostazioni: la UI non può alterare il job già avviato.</a:t>
            </a:r>
            <a:endParaRPr sz="1000"/>
          </a:p>
        </p:txBody>
      </p:sp>
      <p:sp>
        <p:nvSpPr>
          <p:cNvPr id="1258720972" name="Rounded Rectangle 27"/>
          <p:cNvSpPr/>
          <p:nvPr/>
        </p:nvSpPr>
        <p:spPr bwMode="auto">
          <a:xfrm>
            <a:off x="4434840" y="3429000"/>
            <a:ext cx="3383280" cy="13716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1494882" name="Rectangle 28"/>
          <p:cNvSpPr/>
          <p:nvPr/>
        </p:nvSpPr>
        <p:spPr bwMode="auto">
          <a:xfrm>
            <a:off x="4434840" y="3429000"/>
            <a:ext cx="54864" cy="13716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0299314" name="TextBox 29"/>
          <p:cNvSpPr txBox="1"/>
          <p:nvPr/>
        </p:nvSpPr>
        <p:spPr bwMode="auto">
          <a:xfrm>
            <a:off x="4599430" y="3557016"/>
            <a:ext cx="1408666"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Revision + job ID</a:t>
            </a:r>
            <a:endParaRPr/>
          </a:p>
        </p:txBody>
      </p:sp>
      <p:sp>
        <p:nvSpPr>
          <p:cNvPr id="830229460" name="TextBox 30"/>
          <p:cNvSpPr txBox="1"/>
          <p:nvPr/>
        </p:nvSpPr>
        <p:spPr bwMode="auto">
          <a:xfrm flipH="0" flipV="0">
            <a:off x="4599429" y="3931920"/>
            <a:ext cx="3110400" cy="530711"/>
          </a:xfrm>
          <a:prstGeom prst="rect">
            <a:avLst/>
          </a:prstGeom>
          <a:noFill/>
        </p:spPr>
        <p:txBody>
          <a:bodyPr wrap="square" lIns="36576" tIns="36576" rIns="36576" bIns="36576" anchor="t">
            <a:spAutoFit/>
          </a:bodyPr>
          <a:lstStyle/>
          <a:p>
            <a:pPr algn="l">
              <a:defRPr/>
            </a:pPr>
            <a:r>
              <a:rPr sz="1000" b="0">
                <a:solidFill>
                  <a:srgbClr val="475569"/>
                </a:solidFill>
                <a:latin typeface="Aptos"/>
              </a:rPr>
              <a:t>Una revisione segnala modifiche durante il rendering; un identificatore impedisce che un vecchio risultato sovrascriva quello corrente.</a:t>
            </a:r>
            <a:endParaRPr sz="1000"/>
          </a:p>
        </p:txBody>
      </p:sp>
      <p:sp>
        <p:nvSpPr>
          <p:cNvPr id="1103611267" name="Rounded Rectangle 31"/>
          <p:cNvSpPr/>
          <p:nvPr/>
        </p:nvSpPr>
        <p:spPr bwMode="auto">
          <a:xfrm>
            <a:off x="8046720" y="3435274"/>
            <a:ext cx="3383280" cy="137160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34977624" name="Rectangle 32"/>
          <p:cNvSpPr/>
          <p:nvPr/>
        </p:nvSpPr>
        <p:spPr bwMode="auto">
          <a:xfrm>
            <a:off x="8046720" y="3429000"/>
            <a:ext cx="54864"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08170242" name="TextBox 33"/>
          <p:cNvSpPr txBox="1"/>
          <p:nvPr/>
        </p:nvSpPr>
        <p:spPr bwMode="auto">
          <a:xfrm>
            <a:off x="8211312" y="3557016"/>
            <a:ext cx="1330804"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Export coerente</a:t>
            </a:r>
            <a:endParaRPr/>
          </a:p>
        </p:txBody>
      </p:sp>
      <p:sp>
        <p:nvSpPr>
          <p:cNvPr id="856813796" name="TextBox 34"/>
          <p:cNvSpPr txBox="1"/>
          <p:nvPr/>
        </p:nvSpPr>
        <p:spPr bwMode="auto">
          <a:xfrm flipH="0" flipV="0">
            <a:off x="8211312" y="3931920"/>
            <a:ext cx="2900088" cy="378311"/>
          </a:xfrm>
          <a:prstGeom prst="rect">
            <a:avLst/>
          </a:prstGeom>
          <a:noFill/>
        </p:spPr>
        <p:txBody>
          <a:bodyPr wrap="square" lIns="36576" tIns="36576" rIns="36576" bIns="36576" anchor="t">
            <a:spAutoFit/>
          </a:bodyPr>
          <a:lstStyle/>
          <a:p>
            <a:pPr algn="l">
              <a:defRPr/>
            </a:pPr>
            <a:r>
              <a:rPr sz="1000" b="0">
                <a:solidFill>
                  <a:srgbClr val="475569"/>
                </a:solidFill>
                <a:latin typeface="Aptos"/>
              </a:rPr>
              <a:t>Se le impostazioni sono cambiate, l’export viene disabilitato finché non si riesegue il processing.</a:t>
            </a:r>
            <a:endParaRPr sz="1000"/>
          </a:p>
        </p:txBody>
      </p:sp>
      <p:sp>
        <p:nvSpPr>
          <p:cNvPr id="1953435165" name="TextBox 35"/>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49590290" name="TextBox 1"/>
          <p:cNvSpPr txBox="1"/>
          <p:nvPr/>
        </p:nvSpPr>
        <p:spPr bwMode="auto">
          <a:xfrm>
            <a:off x="658368" y="310895"/>
            <a:ext cx="1089979"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08 · MASTERING</a:t>
            </a:r>
            <a:endParaRPr/>
          </a:p>
        </p:txBody>
      </p:sp>
      <p:sp>
        <p:nvSpPr>
          <p:cNvPr id="156077511" name="TextBox 2"/>
          <p:cNvSpPr txBox="1"/>
          <p:nvPr/>
        </p:nvSpPr>
        <p:spPr bwMode="auto">
          <a:xfrm>
            <a:off x="658368" y="621791"/>
            <a:ext cx="5579986"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Finalizzazione e formato di export</a:t>
            </a:r>
            <a:endParaRPr/>
          </a:p>
        </p:txBody>
      </p:sp>
      <p:sp>
        <p:nvSpPr>
          <p:cNvPr id="836036217"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132787" name="Rounded Rectangle 4"/>
          <p:cNvSpPr/>
          <p:nvPr/>
        </p:nvSpPr>
        <p:spPr bwMode="auto">
          <a:xfrm>
            <a:off x="685800" y="1600200"/>
            <a:ext cx="3429000" cy="29260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20553930" name="Rectangle 5"/>
          <p:cNvSpPr/>
          <p:nvPr/>
        </p:nvSpPr>
        <p:spPr bwMode="auto">
          <a:xfrm>
            <a:off x="685800" y="1600200"/>
            <a:ext cx="54864" cy="2926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8373200" name="TextBox 6"/>
          <p:cNvSpPr txBox="1"/>
          <p:nvPr/>
        </p:nvSpPr>
        <p:spPr bwMode="auto">
          <a:xfrm>
            <a:off x="850392" y="1728216"/>
            <a:ext cx="1817061"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1 · Peak normalization</a:t>
            </a:r>
            <a:endParaRPr/>
          </a:p>
        </p:txBody>
      </p:sp>
      <p:sp>
        <p:nvSpPr>
          <p:cNvPr id="736776607" name="TextBox 7"/>
          <p:cNvSpPr txBox="1"/>
          <p:nvPr/>
        </p:nvSpPr>
        <p:spPr bwMode="auto">
          <a:xfrm flipH="0" flipV="0">
            <a:off x="850390" y="2103120"/>
            <a:ext cx="3148911" cy="683111"/>
          </a:xfrm>
          <a:prstGeom prst="rect">
            <a:avLst/>
          </a:prstGeom>
          <a:noFill/>
        </p:spPr>
        <p:txBody>
          <a:bodyPr wrap="square" lIns="36576" tIns="36576" rIns="36576" bIns="36576" anchor="t">
            <a:spAutoFit/>
          </a:bodyPr>
          <a:lstStyle/>
          <a:p>
            <a:pPr algn="l">
              <a:defRPr/>
            </a:pPr>
            <a:r>
              <a:rPr sz="1000" b="0">
                <a:solidFill>
                  <a:srgbClr val="475569"/>
                </a:solidFill>
                <a:latin typeface="Aptos"/>
              </a:rPr>
              <a:t>Misura il massimo valore assoluto e applica il guadagno necessario al target dBFS, utilizzando lo stesso fattore di guadagno su tutto l’audioBuffer.</a:t>
            </a:r>
            <a:endParaRPr sz="1000" b="0">
              <a:solidFill>
                <a:srgbClr val="475569"/>
              </a:solidFill>
              <a:latin typeface="Aptos"/>
            </a:endParaRPr>
          </a:p>
          <a:p>
            <a:pPr algn="l">
              <a:defRPr/>
            </a:pPr>
            <a:r>
              <a:rPr sz="1000" b="0">
                <a:solidFill>
                  <a:srgbClr val="475569"/>
                </a:solidFill>
                <a:latin typeface="Aptos"/>
              </a:rPr>
              <a:t>Così facendo la dinamica rimane inalterata</a:t>
            </a:r>
            <a:endParaRPr sz="1000"/>
          </a:p>
        </p:txBody>
      </p:sp>
      <p:sp>
        <p:nvSpPr>
          <p:cNvPr id="1673789243" name="Rounded Rectangle 8"/>
          <p:cNvSpPr/>
          <p:nvPr/>
        </p:nvSpPr>
        <p:spPr bwMode="auto">
          <a:xfrm>
            <a:off x="4389120" y="1600200"/>
            <a:ext cx="3429000" cy="29260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68985158" name="Rectangle 9"/>
          <p:cNvSpPr/>
          <p:nvPr/>
        </p:nvSpPr>
        <p:spPr bwMode="auto">
          <a:xfrm>
            <a:off x="4389120" y="1600200"/>
            <a:ext cx="54864" cy="2926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8409787" name="TextBox 10"/>
          <p:cNvSpPr txBox="1"/>
          <p:nvPr/>
        </p:nvSpPr>
        <p:spPr bwMode="auto">
          <a:xfrm>
            <a:off x="4553712" y="1728216"/>
            <a:ext cx="862835"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2 · Limiter</a:t>
            </a:r>
            <a:endParaRPr/>
          </a:p>
        </p:txBody>
      </p:sp>
      <p:sp>
        <p:nvSpPr>
          <p:cNvPr id="975791706" name="TextBox 11"/>
          <p:cNvSpPr txBox="1"/>
          <p:nvPr/>
        </p:nvSpPr>
        <p:spPr bwMode="auto">
          <a:xfrm flipH="0" flipV="0">
            <a:off x="4553712" y="2103120"/>
            <a:ext cx="3197880" cy="835511"/>
          </a:xfrm>
          <a:prstGeom prst="rect">
            <a:avLst/>
          </a:prstGeom>
          <a:noFill/>
        </p:spPr>
        <p:txBody>
          <a:bodyPr wrap="square" lIns="36576" tIns="36576" rIns="36576" bIns="36576" anchor="t">
            <a:spAutoFit/>
          </a:bodyPr>
          <a:lstStyle/>
          <a:p>
            <a:pPr marL="0" marR="0" indent="0" algn="l">
              <a:lnSpc>
                <a:spcPct val="100000"/>
              </a:lnSpc>
              <a:spcBef>
                <a:spcPts val="0"/>
              </a:spcBef>
              <a:spcAft>
                <a:spcPts val="0"/>
              </a:spcAft>
              <a:defRPr/>
            </a:pPr>
            <a:r>
              <a:rPr sz="1000" b="0">
                <a:solidFill>
                  <a:srgbClr val="475569"/>
                </a:solidFill>
                <a:latin typeface="Aptos"/>
              </a:rPr>
              <a:t>1 passaggio: DynamicsCompressorNode con ratio 20:1 </a:t>
            </a:r>
            <a:r>
              <a:rPr lang="it-IT" sz="1000" b="0" i="0" u="none" strike="noStrike" cap="none" spc="0">
                <a:solidFill>
                  <a:srgbClr val="475569"/>
                </a:solidFill>
                <a:latin typeface="Aptos"/>
                <a:ea typeface="Aptos"/>
                <a:cs typeface="Aptos"/>
              </a:rPr>
              <a:t>+ controllo finale del sample peak.</a:t>
            </a:r>
            <a:endParaRPr lang="it-IT" sz="1000" b="0" i="0" u="none" strike="noStrike" cap="none" spc="0">
              <a:solidFill>
                <a:srgbClr val="475569"/>
              </a:solidFill>
              <a:latin typeface="Aptos"/>
              <a:cs typeface="Aptos"/>
            </a:endParaRPr>
          </a:p>
          <a:p>
            <a:pPr marL="0" marR="0" indent="0" algn="l">
              <a:lnSpc>
                <a:spcPct val="100000"/>
              </a:lnSpc>
              <a:spcBef>
                <a:spcPts val="0"/>
              </a:spcBef>
              <a:spcAft>
                <a:spcPts val="0"/>
              </a:spcAft>
              <a:defRPr/>
            </a:pPr>
            <a:r>
              <a:rPr lang="it-IT" sz="1000" b="0" i="0" u="none" strike="noStrike" cap="none" spc="0">
                <a:solidFill>
                  <a:srgbClr val="475569"/>
                </a:solidFill>
                <a:latin typeface="Aptos"/>
                <a:ea typeface="Aptos"/>
                <a:cs typeface="Aptos"/>
              </a:rPr>
              <a:t>2 passaggio:</a:t>
            </a:r>
            <a:r>
              <a:rPr lang="it-IT" sz="1000" b="0" i="0" u="none" strike="noStrike" cap="none" spc="0">
                <a:solidFill>
                  <a:srgbClr val="475569"/>
                </a:solidFill>
                <a:latin typeface="Aptos"/>
                <a:ea typeface="Aptos"/>
                <a:cs typeface="Aptos"/>
              </a:rPr>
              <a:t> Ceiling deterministico, ma non true-peak, allo scopo d</a:t>
            </a:r>
            <a:r>
              <a:rPr lang="it-IT" sz="1000" b="0" i="0" u="none" strike="noStrike" cap="none" spc="0">
                <a:solidFill>
                  <a:srgbClr val="475569"/>
                </a:solidFill>
                <a:latin typeface="Aptos"/>
                <a:ea typeface="Aptos"/>
                <a:cs typeface="Aptos"/>
              </a:rPr>
              <a:t>i assicurarsi che non ci siano picchi che superano il ceiling.</a:t>
            </a:r>
            <a:endParaRPr sz="1000"/>
          </a:p>
        </p:txBody>
      </p:sp>
      <p:sp>
        <p:nvSpPr>
          <p:cNvPr id="1297519531" name="Rounded Rectangle 12"/>
          <p:cNvSpPr/>
          <p:nvPr/>
        </p:nvSpPr>
        <p:spPr bwMode="auto">
          <a:xfrm>
            <a:off x="8092440" y="1600200"/>
            <a:ext cx="3429000" cy="29260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2310205" name="Rectangle 13"/>
          <p:cNvSpPr/>
          <p:nvPr/>
        </p:nvSpPr>
        <p:spPr bwMode="auto">
          <a:xfrm>
            <a:off x="8092440" y="1600200"/>
            <a:ext cx="54864" cy="2926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3698254" name="TextBox 14"/>
          <p:cNvSpPr txBox="1"/>
          <p:nvPr/>
        </p:nvSpPr>
        <p:spPr bwMode="auto">
          <a:xfrm>
            <a:off x="8257030" y="1728216"/>
            <a:ext cx="1587394"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3 · WAV PCM 16 bit</a:t>
            </a:r>
            <a:endParaRPr/>
          </a:p>
        </p:txBody>
      </p:sp>
      <p:sp>
        <p:nvSpPr>
          <p:cNvPr id="1029371473" name="TextBox 15"/>
          <p:cNvSpPr txBox="1"/>
          <p:nvPr/>
        </p:nvSpPr>
        <p:spPr bwMode="auto">
          <a:xfrm flipH="0" flipV="0">
            <a:off x="8257029" y="2103120"/>
            <a:ext cx="2991528" cy="683111"/>
          </a:xfrm>
          <a:prstGeom prst="rect">
            <a:avLst/>
          </a:prstGeom>
          <a:noFill/>
        </p:spPr>
        <p:txBody>
          <a:bodyPr wrap="square" lIns="36576" tIns="36576" rIns="36576" bIns="36576" anchor="t">
            <a:spAutoFit/>
          </a:bodyPr>
          <a:lstStyle/>
          <a:p>
            <a:pPr algn="l">
              <a:defRPr/>
            </a:pPr>
            <a:r>
              <a:rPr sz="1000" b="0">
                <a:solidFill>
                  <a:srgbClr val="475569"/>
                </a:solidFill>
                <a:latin typeface="Aptos"/>
              </a:rPr>
              <a:t>RIFF/WAVE little-endian, canali interlacciati, sample rate preservato.</a:t>
            </a:r>
            <a:br>
              <a:rPr sz="1000"/>
            </a:br>
            <a:br>
              <a:rPr sz="1000"/>
            </a:br>
            <a:r>
              <a:rPr sz="1000"/>
              <a:t>Encoder implementato senza librerie esterne.</a:t>
            </a:r>
            <a:endParaRPr sz="1000"/>
          </a:p>
        </p:txBody>
      </p:sp>
      <p:pic>
        <p:nvPicPr>
          <p:cNvPr id="200834056" name="Picture 16" descr="image7.png"/>
          <p:cNvPicPr>
            <a:picLocks noChangeAspect="1"/>
          </p:cNvPicPr>
          <p:nvPr/>
        </p:nvPicPr>
        <p:blipFill rotWithShape="1">
          <a:blip r:embed="rId3"/>
          <a:stretch/>
        </p:blipFill>
        <p:spPr bwMode="auto">
          <a:xfrm>
            <a:off x="914400" y="4892039"/>
            <a:ext cx="10332720" cy="1552770"/>
          </a:xfrm>
          <a:prstGeom prst="rect">
            <a:avLst/>
          </a:prstGeom>
        </p:spPr>
      </p:pic>
      <p:sp>
        <p:nvSpPr>
          <p:cNvPr id="381642242" name="TextBox 17"/>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09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33814924" name="TextBox 1"/>
          <p:cNvSpPr txBox="1"/>
          <p:nvPr/>
        </p:nvSpPr>
        <p:spPr bwMode="auto">
          <a:xfrm>
            <a:off x="658368" y="310895"/>
            <a:ext cx="1216974" cy="225911"/>
          </a:xfrm>
          <a:prstGeom prst="rect">
            <a:avLst/>
          </a:prstGeom>
          <a:noFill/>
        </p:spPr>
        <p:txBody>
          <a:bodyPr wrap="none" lIns="36576" tIns="36576" rIns="36576" bIns="36576" anchor="t">
            <a:spAutoFit/>
          </a:bodyPr>
          <a:lstStyle/>
          <a:p>
            <a:pPr algn="l">
              <a:defRPr/>
            </a:pPr>
            <a:r>
              <a:rPr sz="1000" b="1">
                <a:solidFill>
                  <a:srgbClr val="2563EB"/>
                </a:solidFill>
                <a:latin typeface="Aptos"/>
              </a:rPr>
              <a:t>09 · CONCLUSIONI</a:t>
            </a:r>
            <a:endParaRPr/>
          </a:p>
        </p:txBody>
      </p:sp>
      <p:sp>
        <p:nvSpPr>
          <p:cNvPr id="952637349" name="TextBox 2"/>
          <p:cNvSpPr txBox="1"/>
          <p:nvPr/>
        </p:nvSpPr>
        <p:spPr bwMode="auto">
          <a:xfrm>
            <a:off x="658368" y="621791"/>
            <a:ext cx="5466963" cy="484992"/>
          </a:xfrm>
          <a:prstGeom prst="rect">
            <a:avLst/>
          </a:prstGeom>
          <a:noFill/>
        </p:spPr>
        <p:txBody>
          <a:bodyPr wrap="none" lIns="36576" tIns="36576" rIns="36576" bIns="36576" anchor="t">
            <a:spAutoFit/>
          </a:bodyPr>
          <a:lstStyle/>
          <a:p>
            <a:pPr algn="l">
              <a:defRPr/>
            </a:pPr>
            <a:r>
              <a:rPr sz="2700" b="1">
                <a:solidFill>
                  <a:srgbClr val="111827"/>
                </a:solidFill>
                <a:latin typeface="Aptos"/>
              </a:rPr>
              <a:t>Verifica, limiti e messaggio finale</a:t>
            </a:r>
            <a:endParaRPr/>
          </a:p>
        </p:txBody>
      </p:sp>
      <p:sp>
        <p:nvSpPr>
          <p:cNvPr id="663598014" name="Rectangle 3"/>
          <p:cNvSpPr/>
          <p:nvPr/>
        </p:nvSpPr>
        <p:spPr bwMode="auto">
          <a:xfrm>
            <a:off x="658368" y="1353312"/>
            <a:ext cx="6400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1594837" name="Rounded Rectangle 4"/>
          <p:cNvSpPr/>
          <p:nvPr/>
        </p:nvSpPr>
        <p:spPr bwMode="auto">
          <a:xfrm>
            <a:off x="685800" y="1554480"/>
            <a:ext cx="3520440" cy="36118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5202466" name="Rectangle 5"/>
          <p:cNvSpPr/>
          <p:nvPr/>
        </p:nvSpPr>
        <p:spPr bwMode="auto">
          <a:xfrm>
            <a:off x="685800" y="1554480"/>
            <a:ext cx="54864" cy="36118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8524476" name="TextBox 6"/>
          <p:cNvSpPr txBox="1"/>
          <p:nvPr/>
        </p:nvSpPr>
        <p:spPr bwMode="auto">
          <a:xfrm>
            <a:off x="850392" y="1682494"/>
            <a:ext cx="1587877"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Verifica automatica</a:t>
            </a:r>
            <a:endParaRPr/>
          </a:p>
        </p:txBody>
      </p:sp>
      <p:sp>
        <p:nvSpPr>
          <p:cNvPr id="847006479" name="TextBox 7"/>
          <p:cNvSpPr txBox="1"/>
          <p:nvPr/>
        </p:nvSpPr>
        <p:spPr bwMode="auto">
          <a:xfrm flipH="0" flipV="0">
            <a:off x="850390" y="2104462"/>
            <a:ext cx="3292920" cy="2511911"/>
          </a:xfrm>
          <a:prstGeom prst="rect">
            <a:avLst/>
          </a:prstGeom>
          <a:noFill/>
        </p:spPr>
        <p:txBody>
          <a:bodyPr wrap="square" lIns="36576" tIns="36576" rIns="36576" bIns="36576" anchor="t">
            <a:spAutoFit/>
          </a:bodyPr>
          <a:lstStyle/>
          <a:p>
            <a:pPr algn="l">
              <a:lnSpc>
                <a:spcPct val="100000"/>
              </a:lnSpc>
              <a:spcBef>
                <a:spcPts val="0"/>
              </a:spcBef>
              <a:spcAft>
                <a:spcPts val="0"/>
              </a:spcAft>
              <a:defRPr/>
            </a:pPr>
            <a:r>
              <a:rPr lang="en-US" sz="1600" b="0" i="0" u="none" strike="noStrike" cap="none" spc="0">
                <a:solidFill>
                  <a:schemeClr val="tx1"/>
                </a:solidFill>
                <a:latin typeface="Aptos"/>
                <a:ea typeface="Aptos"/>
                <a:cs typeface="Aptos"/>
              </a:rPr>
              <a:t>43 test Playwright</a:t>
            </a:r>
            <a:r>
              <a:rPr lang="it-IT" sz="1600" b="0" i="0" u="none" strike="noStrike" cap="none" spc="0">
                <a:solidFill>
                  <a:schemeClr val="tx1"/>
                </a:solidFill>
                <a:latin typeface="Aptos"/>
                <a:ea typeface="Aptos"/>
                <a:cs typeface="Aptos"/>
              </a:rPr>
              <a:t> creati con aiuto di AI</a:t>
            </a:r>
            <a:r>
              <a:rPr lang="en-US" sz="1600" b="0" i="0" u="none" strike="noStrike" cap="none" spc="0">
                <a:solidFill>
                  <a:schemeClr val="tx1"/>
                </a:solidFill>
                <a:latin typeface="Aptos"/>
                <a:ea typeface="Aptos"/>
                <a:cs typeface="Aptos"/>
              </a:rPr>
              <a:t> su</a:t>
            </a:r>
            <a:r>
              <a:rPr lang="it-IT" sz="1600" b="0" i="0" u="none" strike="noStrike" cap="none" spc="0">
                <a:solidFill>
                  <a:schemeClr val="tx1"/>
                </a:solidFill>
                <a:latin typeface="Aptos"/>
                <a:ea typeface="Aptos"/>
                <a:cs typeface="Aptos"/>
              </a:rPr>
              <a:t>:</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funzioni </a:t>
            </a:r>
            <a:r>
              <a:rPr lang="it-IT" sz="1600" b="0" i="0" u="none" strike="noStrike" cap="none" spc="0">
                <a:solidFill>
                  <a:schemeClr val="tx1"/>
                </a:solidFill>
                <a:latin typeface="Aptos"/>
                <a:ea typeface="Aptos"/>
                <a:cs typeface="Aptos"/>
              </a:rPr>
              <a:t>pure </a:t>
            </a:r>
            <a:r>
              <a:rPr lang="en-US" sz="1600" b="0" i="0" u="none" strike="noStrike" cap="none" spc="0">
                <a:solidFill>
                  <a:schemeClr val="tx1"/>
                </a:solidFill>
                <a:latin typeface="Aptos"/>
                <a:ea typeface="Aptos"/>
                <a:cs typeface="Aptos"/>
              </a:rPr>
              <a:t>e sanitizzazione</a:t>
            </a:r>
            <a:r>
              <a:rPr lang="it-IT" sz="1600" b="0" i="0" u="none" strike="noStrike" cap="none" spc="0">
                <a:solidFill>
                  <a:schemeClr val="tx1"/>
                </a:solidFill>
                <a:latin typeface="Aptos"/>
                <a:ea typeface="Aptos"/>
                <a:cs typeface="Aptos"/>
              </a:rPr>
              <a:t> (opzionale per il tipo di progetto, ma utile per i test)</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nodi Web Audio reali</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rendering e code degli effetti</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playback / export</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scenari end-</a:t>
            </a:r>
            <a:r>
              <a:rPr lang="en-US" sz="1600" b="0" i="0" u="none" strike="noStrike" cap="none" spc="0">
                <a:solidFill>
                  <a:schemeClr val="tx1"/>
                </a:solidFill>
                <a:latin typeface="Aptos"/>
                <a:ea typeface="Aptos"/>
                <a:cs typeface="Aptos"/>
              </a:rPr>
              <a:t>to</a:t>
            </a:r>
            <a:r>
              <a:rPr lang="en-US" sz="1600" b="0" i="0" u="none" strike="noStrike" cap="none" spc="0">
                <a:solidFill>
                  <a:schemeClr val="tx1"/>
                </a:solidFill>
                <a:latin typeface="Aptos"/>
                <a:ea typeface="Aptos"/>
                <a:cs typeface="Aptos"/>
              </a:rPr>
              <a:t>-end</a:t>
            </a:r>
            <a:endParaRPr lang="en-US"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Chromium · Firefox · WebKit</a:t>
            </a:r>
            <a:endParaRPr lang="en-US" sz="1600" b="0" i="0" u="none" strike="noStrike" cap="none" spc="0">
              <a:solidFill>
                <a:schemeClr val="tx1"/>
              </a:solidFill>
              <a:latin typeface="Aptos"/>
              <a:ea typeface="Aptos"/>
              <a:cs typeface="Aptos"/>
            </a:endParaRPr>
          </a:p>
        </p:txBody>
      </p:sp>
      <p:sp>
        <p:nvSpPr>
          <p:cNvPr id="84964053" name="Rounded Rectangle 8"/>
          <p:cNvSpPr/>
          <p:nvPr/>
        </p:nvSpPr>
        <p:spPr bwMode="auto">
          <a:xfrm>
            <a:off x="4343400" y="1554480"/>
            <a:ext cx="3520440" cy="36118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58497487" name="Rectangle 9"/>
          <p:cNvSpPr/>
          <p:nvPr/>
        </p:nvSpPr>
        <p:spPr bwMode="auto">
          <a:xfrm>
            <a:off x="4343400" y="1554480"/>
            <a:ext cx="54864" cy="36118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5759586" name="TextBox 10"/>
          <p:cNvSpPr txBox="1"/>
          <p:nvPr/>
        </p:nvSpPr>
        <p:spPr bwMode="auto">
          <a:xfrm>
            <a:off x="4507992" y="1682494"/>
            <a:ext cx="1293954"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Limiti dichiarati</a:t>
            </a:r>
            <a:endParaRPr/>
          </a:p>
        </p:txBody>
      </p:sp>
      <p:sp>
        <p:nvSpPr>
          <p:cNvPr id="938620494" name="TextBox 11"/>
          <p:cNvSpPr txBox="1"/>
          <p:nvPr/>
        </p:nvSpPr>
        <p:spPr bwMode="auto">
          <a:xfrm>
            <a:off x="4653126" y="2592144"/>
            <a:ext cx="3035242" cy="1536551"/>
          </a:xfrm>
          <a:prstGeom prst="rect">
            <a:avLst/>
          </a:prstGeom>
          <a:noFill/>
        </p:spPr>
        <p:txBody>
          <a:bodyPr wrap="none" lIns="36576" tIns="36576" rIns="36576" bIns="36576" anchor="t">
            <a:spAutoFit/>
          </a:bodyPr>
          <a:lstStyle/>
          <a:p>
            <a:pPr marL="261850" marR="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processing non real-time</a:t>
            </a:r>
            <a:endParaRPr lang="it-IT" sz="1600" b="0" i="0" u="none" strike="noStrike" cap="none" spc="0">
              <a:solidFill>
                <a:schemeClr val="tx1"/>
              </a:solidFill>
              <a:latin typeface="Aptos"/>
              <a:ea typeface="Aptos"/>
              <a:cs typeface="Aptos"/>
            </a:endParaRPr>
          </a:p>
          <a:p>
            <a:pPr marL="261850" marR="0" indent="-261850" algn="l">
              <a:lnSpc>
                <a:spcPct val="100000"/>
              </a:lnSpc>
              <a:spcBef>
                <a:spcPts val="0"/>
              </a:spcBef>
              <a:spcAft>
                <a:spcPts val="0"/>
              </a:spcAft>
              <a:buFont typeface="Arial"/>
              <a:buChar char="•"/>
              <a:defRPr/>
            </a:pPr>
            <a:r>
              <a:rPr lang="it-IT" sz="1600" b="0" i="0" u="none" strike="noStrike" cap="none" spc="0">
                <a:solidFill>
                  <a:schemeClr val="tx1"/>
                </a:solidFill>
                <a:latin typeface="Aptos"/>
                <a:ea typeface="Aptos"/>
                <a:cs typeface="Aptos"/>
              </a:rPr>
              <a:t>solo canali </a:t>
            </a:r>
            <a:r>
              <a:rPr lang="en-US" sz="1600" b="0" i="0" u="none" strike="noStrike" cap="none" spc="0">
                <a:solidFill>
                  <a:schemeClr val="tx1"/>
                </a:solidFill>
                <a:latin typeface="Aptos"/>
                <a:ea typeface="Aptos"/>
                <a:cs typeface="Aptos"/>
              </a:rPr>
              <a:t>mono / stereo</a:t>
            </a:r>
            <a:endParaRPr lang="en-US" sz="1600" b="0" i="0" u="none" strike="noStrike" cap="none" spc="0">
              <a:solidFill>
                <a:schemeClr val="tx1"/>
              </a:solidFill>
              <a:latin typeface="Aptos"/>
              <a:ea typeface="Aptos"/>
              <a:cs typeface="Aptos"/>
            </a:endParaRPr>
          </a:p>
          <a:p>
            <a:pPr marL="261850" marR="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solo</a:t>
            </a:r>
            <a:r>
              <a:rPr lang="it-IT" sz="1600" b="0" i="0" u="none" strike="noStrike" cap="none" spc="0">
                <a:solidFill>
                  <a:schemeClr val="tx1"/>
                </a:solidFill>
                <a:latin typeface="Aptos"/>
                <a:ea typeface="Aptos"/>
                <a:cs typeface="Aptos"/>
              </a:rPr>
              <a:t> export</a:t>
            </a:r>
            <a:r>
              <a:rPr lang="en-US" sz="1600" b="0" i="0" u="none" strike="noStrike" cap="none" spc="0">
                <a:solidFill>
                  <a:schemeClr val="tx1"/>
                </a:solidFill>
                <a:latin typeface="Aptos"/>
                <a:ea typeface="Aptos"/>
                <a:cs typeface="Aptos"/>
              </a:rPr>
              <a:t> WAV PCM 16 bit</a:t>
            </a:r>
            <a:endParaRPr lang="en-US" sz="1600" b="0" i="0" u="none" strike="noStrike" cap="none" spc="0">
              <a:solidFill>
                <a:schemeClr val="tx1"/>
              </a:solidFill>
              <a:latin typeface="Aptos"/>
              <a:ea typeface="Aptos"/>
              <a:cs typeface="Aptos"/>
            </a:endParaRPr>
          </a:p>
          <a:p>
            <a:pPr marL="261850" marR="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niente LUFS / loudness</a:t>
            </a:r>
            <a:endParaRPr lang="en-US" sz="1600" b="0" i="0" u="none" strike="noStrike" cap="none" spc="0">
              <a:solidFill>
                <a:schemeClr val="tx1"/>
              </a:solidFill>
              <a:latin typeface="Aptos"/>
              <a:ea typeface="Aptos"/>
              <a:cs typeface="Aptos"/>
            </a:endParaRPr>
          </a:p>
          <a:p>
            <a:pPr marL="261850" marR="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niente true-peak</a:t>
            </a:r>
            <a:endParaRPr lang="en-US" sz="1600" b="0" i="0" u="none" strike="noStrike" cap="none" spc="0">
              <a:solidFill>
                <a:schemeClr val="tx1"/>
              </a:solidFill>
              <a:latin typeface="Aptos"/>
              <a:ea typeface="Aptos"/>
              <a:cs typeface="Aptos"/>
            </a:endParaRPr>
          </a:p>
          <a:p>
            <a:pPr marL="261850" marR="0" indent="-261850" algn="l">
              <a:lnSpc>
                <a:spcPct val="100000"/>
              </a:lnSpc>
              <a:spcBef>
                <a:spcPts val="0"/>
              </a:spcBef>
              <a:spcAft>
                <a:spcPts val="0"/>
              </a:spcAft>
              <a:buFont typeface="Arial"/>
              <a:buChar char="•"/>
              <a:defRPr/>
            </a:pPr>
            <a:r>
              <a:rPr lang="en-US" sz="1600" b="0" i="0" u="none" strike="noStrike" cap="none" spc="0">
                <a:solidFill>
                  <a:schemeClr val="tx1"/>
                </a:solidFill>
                <a:latin typeface="Aptos"/>
                <a:ea typeface="Aptos"/>
                <a:cs typeface="Aptos"/>
              </a:rPr>
              <a:t>verifica </a:t>
            </a:r>
            <a:r>
              <a:rPr lang="en-US" sz="1600" b="0" i="0" u="none" strike="noStrike" cap="none" spc="0">
                <a:solidFill>
                  <a:schemeClr val="tx1"/>
                </a:solidFill>
                <a:latin typeface="Aptos"/>
                <a:ea typeface="Aptos"/>
                <a:cs typeface="Aptos"/>
              </a:rPr>
              <a:t>sonora </a:t>
            </a:r>
            <a:r>
              <a:rPr lang="en-US" sz="1600" b="0" i="0" u="none" strike="noStrike" cap="none" spc="0">
                <a:solidFill>
                  <a:schemeClr val="tx1"/>
                </a:solidFill>
                <a:latin typeface="Aptos"/>
                <a:ea typeface="Aptos"/>
                <a:cs typeface="Aptos"/>
              </a:rPr>
              <a:t>finale manuale</a:t>
            </a:r>
            <a:endParaRPr sz="1600">
              <a:solidFill>
                <a:schemeClr val="tx1"/>
              </a:solidFill>
              <a:latin typeface="aptos"/>
              <a:cs typeface="aptos"/>
            </a:endParaRPr>
          </a:p>
        </p:txBody>
      </p:sp>
      <p:sp>
        <p:nvSpPr>
          <p:cNvPr id="375355963" name="Rounded Rectangle 12"/>
          <p:cNvSpPr/>
          <p:nvPr/>
        </p:nvSpPr>
        <p:spPr bwMode="auto">
          <a:xfrm>
            <a:off x="8001000" y="1554480"/>
            <a:ext cx="3520440" cy="3611880"/>
          </a:xfrm>
          <a:prstGeom prst="roundRect">
            <a:avLst>
              <a:gd name="adj" fmla="val 16667"/>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8981469" name="Rectangle 13"/>
          <p:cNvSpPr/>
          <p:nvPr/>
        </p:nvSpPr>
        <p:spPr bwMode="auto">
          <a:xfrm>
            <a:off x="8001000" y="1554480"/>
            <a:ext cx="54864" cy="3611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5363122" name="TextBox 14"/>
          <p:cNvSpPr txBox="1"/>
          <p:nvPr/>
        </p:nvSpPr>
        <p:spPr bwMode="auto">
          <a:xfrm>
            <a:off x="8165592" y="1682493"/>
            <a:ext cx="2146761" cy="271631"/>
          </a:xfrm>
          <a:prstGeom prst="rect">
            <a:avLst/>
          </a:prstGeom>
          <a:noFill/>
        </p:spPr>
        <p:txBody>
          <a:bodyPr wrap="none" lIns="36576" tIns="36576" rIns="36576" bIns="36576" anchor="t">
            <a:spAutoFit/>
          </a:bodyPr>
          <a:lstStyle/>
          <a:p>
            <a:pPr algn="l">
              <a:defRPr/>
            </a:pPr>
            <a:r>
              <a:rPr sz="1300" b="1">
                <a:solidFill>
                  <a:srgbClr val="111827"/>
                </a:solidFill>
                <a:latin typeface="Aptos"/>
              </a:rPr>
              <a:t>Possibili sviluppi futuri (?)</a:t>
            </a:r>
            <a:endParaRPr/>
          </a:p>
        </p:txBody>
      </p:sp>
      <p:sp>
        <p:nvSpPr>
          <p:cNvPr id="1738482041" name="TextBox 15"/>
          <p:cNvSpPr txBox="1"/>
          <p:nvPr/>
        </p:nvSpPr>
        <p:spPr bwMode="auto">
          <a:xfrm flipH="0" flipV="0">
            <a:off x="8140504" y="2348301"/>
            <a:ext cx="3334428" cy="2755751"/>
          </a:xfrm>
          <a:prstGeom prst="rect">
            <a:avLst/>
          </a:prstGeom>
          <a:noFill/>
        </p:spPr>
        <p:txBody>
          <a:bodyPr wrap="square" lIns="36576" tIns="36576" rIns="36576" bIns="36576" anchor="t">
            <a:spAutoFit/>
          </a:bodyPr>
          <a:lstStyle/>
          <a:p>
            <a:pPr marL="261850" indent="-261850" algn="l">
              <a:lnSpc>
                <a:spcPct val="100000"/>
              </a:lnSpc>
              <a:spcBef>
                <a:spcPts val="0"/>
              </a:spcBef>
              <a:spcAft>
                <a:spcPts val="0"/>
              </a:spcAft>
              <a:buFont typeface="Arial"/>
              <a:buChar char="•"/>
              <a:defRPr/>
            </a:pPr>
            <a:r>
              <a:rPr lang="it-IT" sz="1600" b="0" i="0" u="none" strike="noStrike" cap="none" spc="0">
                <a:solidFill>
                  <a:schemeClr val="tx1"/>
                </a:solidFill>
                <a:latin typeface="Aptos"/>
                <a:ea typeface="Aptos"/>
                <a:cs typeface="Aptos"/>
              </a:rPr>
              <a:t>Utilizzare le audioWorklet per spostare la catena DSP dal thread principale</a:t>
            </a:r>
            <a:endParaRPr lang="it-IT" sz="1600" b="0" i="0" u="none" strike="noStrike" cap="none" spc="0">
              <a:solidFill>
                <a:schemeClr val="tx1"/>
              </a:solidFill>
              <a:latin typeface="Aptos"/>
              <a:ea typeface="Aptos"/>
              <a:cs typeface="Aptos"/>
            </a:endParaRPr>
          </a:p>
          <a:p>
            <a:pPr marL="261850" indent="-261850" algn="l">
              <a:lnSpc>
                <a:spcPct val="100000"/>
              </a:lnSpc>
              <a:spcBef>
                <a:spcPts val="0"/>
              </a:spcBef>
              <a:spcAft>
                <a:spcPts val="0"/>
              </a:spcAft>
              <a:buFont typeface="Arial"/>
              <a:buChar char="•"/>
              <a:defRPr/>
            </a:pPr>
            <a:r>
              <a:rPr lang="it-IT" sz="1600" b="0" i="0" u="none" strike="noStrike" cap="none" spc="0">
                <a:solidFill>
                  <a:schemeClr val="tx1"/>
                </a:solidFill>
                <a:latin typeface="Aptos"/>
                <a:ea typeface="Aptos"/>
                <a:cs typeface="Aptos"/>
              </a:rPr>
              <a:t>Vista la grande quantità di parametri configurabili durante il processing, potrebbe essere utile permettere all’utente il caricamento di preset (probabilmente in formato JSON) per impostare velocemente il tipo di audio processing preferito</a:t>
            </a:r>
            <a:endParaRPr lang="it-IT" sz="1600" b="0" i="0" u="none" strike="noStrike" cap="none" spc="0">
              <a:solidFill>
                <a:schemeClr val="tx1"/>
              </a:solidFill>
              <a:latin typeface="Aptos"/>
              <a:ea typeface="Aptos"/>
              <a:cs typeface="Aptos"/>
            </a:endParaRPr>
          </a:p>
        </p:txBody>
      </p:sp>
      <p:sp>
        <p:nvSpPr>
          <p:cNvPr id="1942464995" name="TextBox 16"/>
          <p:cNvSpPr txBox="1"/>
          <p:nvPr/>
        </p:nvSpPr>
        <p:spPr bwMode="auto">
          <a:xfrm>
            <a:off x="2448838" y="5715000"/>
            <a:ext cx="7269600" cy="241151"/>
          </a:xfrm>
          <a:prstGeom prst="rect">
            <a:avLst/>
          </a:prstGeom>
          <a:noFill/>
        </p:spPr>
        <p:txBody>
          <a:bodyPr wrap="none" lIns="36576" tIns="36576" rIns="36576" bIns="36576" anchor="t">
            <a:spAutoFit/>
          </a:bodyPr>
          <a:lstStyle/>
          <a:p>
            <a:pPr algn="ctr">
              <a:defRPr/>
            </a:pPr>
            <a:r>
              <a:rPr sz="1100" b="1">
                <a:solidFill>
                  <a:srgbClr val="475569"/>
                </a:solidFill>
                <a:latin typeface="Aptos"/>
              </a:rPr>
              <a:t>Tecnologie</a:t>
            </a:r>
            <a:r>
              <a:rPr lang="it-IT" sz="1100" b="1">
                <a:solidFill>
                  <a:srgbClr val="475569"/>
                </a:solidFill>
                <a:latin typeface="Aptos"/>
              </a:rPr>
              <a:t>/frameworks</a:t>
            </a:r>
            <a:r>
              <a:rPr sz="1100" b="1">
                <a:solidFill>
                  <a:srgbClr val="475569"/>
                </a:solidFill>
                <a:latin typeface="Aptos"/>
              </a:rPr>
              <a:t>: HTML5 · CSS · JavaScript ES Modules · Web Audio API · WaveSurfer.js · Playwright</a:t>
            </a:r>
            <a:endParaRPr/>
          </a:p>
        </p:txBody>
      </p:sp>
      <p:sp>
        <p:nvSpPr>
          <p:cNvPr id="356031373" name="TextBox 17"/>
          <p:cNvSpPr txBox="1"/>
          <p:nvPr/>
        </p:nvSpPr>
        <p:spPr bwMode="auto">
          <a:xfrm>
            <a:off x="11321154" y="6446520"/>
            <a:ext cx="201005" cy="210671"/>
          </a:xfrm>
          <a:prstGeom prst="rect">
            <a:avLst/>
          </a:prstGeom>
          <a:noFill/>
        </p:spPr>
        <p:txBody>
          <a:bodyPr wrap="none" lIns="36576" tIns="36576" rIns="36576" bIns="36576" anchor="t">
            <a:spAutoFit/>
          </a:bodyPr>
          <a:lstStyle/>
          <a:p>
            <a:pPr algn="r">
              <a:defRPr/>
            </a:pPr>
            <a:r>
              <a:rPr sz="900" b="1">
                <a:solidFill>
                  <a:srgbClr val="475569"/>
                </a:solidFill>
                <a:latin typeface="Aptos"/>
              </a:rPr>
              <a:t>10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lent Flow">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rial Black"/>
        <a:ea typeface="SimHei"/>
        <a:cs typeface="Arial"/>
      </a:majorFont>
      <a:minorFont>
        <a:latin typeface="Arial"/>
        <a:ea typeface="Microsoft YaHei"/>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Processing and Mastering — Presentazione</dc:title>
  <dc:subject>Presentazione del progetto Track #2</dc:subject>
  <dc:creator>Riccardo Cambianica</dc:creator>
  <cp:keywords/>
  <dc:description/>
  <cp:lastModifiedBy/>
  <cp:revision>5</cp:revision>
  <dcterms:created xsi:type="dcterms:W3CDTF">2013-01-27T09:14:16Z</dcterms:created>
  <dcterms:modified xsi:type="dcterms:W3CDTF">2026-09-14T16:23:18Z</dcterms:modified>
  <cp:category/>
</cp:coreProperties>
</file>